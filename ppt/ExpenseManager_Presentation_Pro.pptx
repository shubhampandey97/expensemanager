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800" b="1">
                <a:solidFill>
                  <a:srgbClr val="003366"/>
                </a:solidFill>
              </a:defRPr>
            </a:pPr>
            <a:r>
              <a:t>💰 ExpenseManager</a:t>
            </a:r>
          </a:p>
          <a:p>
            <a:pPr algn="ctr">
              <a:defRPr sz="2400">
                <a:solidFill>
                  <a:srgbClr val="505050"/>
                </a:solidFill>
              </a:defRPr>
            </a:pPr>
            <a:r>
              <a:t>Smart Expense Tracking System</a:t>
            </a:r>
          </a:p>
          <a:p>
            <a:pPr algn="ctr">
              <a:defRPr sz="1800">
                <a:solidFill>
                  <a:srgbClr val="646464"/>
                </a:solidFill>
              </a:defRPr>
            </a:pPr>
            <a:r>
              <a:t>Built with FastAPI • MySQL •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000"/>
            </a:pPr>
            <a:r>
              <a:t>A company-grade expense management system for data-driven finance tracking.</a:t>
            </a:r>
          </a:p>
          <a:p>
            <a:pPr>
              <a:spcAft>
                <a:spcPts val="800"/>
              </a:spcAft>
              <a:defRPr sz="2000"/>
            </a:pPr>
            <a:r>
              <a:t>Stack: FastAPI (backend), MySQL (database), Streamlit (frontend).</a:t>
            </a:r>
          </a:p>
          <a:p>
            <a:pPr>
              <a:spcAft>
                <a:spcPts val="800"/>
              </a:spcAft>
              <a:defRPr sz="2000"/>
            </a:pPr>
            <a:r>
              <a:t>Includes analytics, authentication, and CRUD modules.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000"/>
            </a:pPr>
            <a:r>
              <a:t>⚙️ Backend: FastAPI (JWT Auth, REST APIs)</a:t>
            </a:r>
          </a:p>
          <a:p>
            <a:pPr>
              <a:spcAft>
                <a:spcPts val="800"/>
              </a:spcAft>
              <a:defRPr sz="2000"/>
            </a:pPr>
            <a:r>
              <a:t>💾 Database: MySQL (Relational Storage)</a:t>
            </a:r>
          </a:p>
          <a:p>
            <a:pPr>
              <a:spcAft>
                <a:spcPts val="800"/>
              </a:spcAft>
              <a:defRPr sz="2000"/>
            </a:pPr>
            <a:r>
              <a:t>🎨 Frontend: Streamlit (Dashboard UI)</a:t>
            </a:r>
          </a:p>
          <a:p>
            <a:pPr>
              <a:spcAft>
                <a:spcPts val="800"/>
              </a:spcAft>
              <a:defRPr sz="2000"/>
            </a:pPr>
            <a:r>
              <a:t>🧩 ORM: SQLAlchemy + Alembic (Schema Migrations)</a:t>
            </a:r>
          </a:p>
          <a:p>
            <a:pPr>
              <a:spcAft>
                <a:spcPts val="800"/>
              </a:spcAft>
              <a:defRPr sz="2000"/>
            </a:pPr>
            <a:r>
              <a:t>🔐 Security: JWT (OAuth2PasswordBearer)</a:t>
            </a:r>
          </a:p>
          <a:p>
            <a:pPr>
              <a:spcAft>
                <a:spcPts val="800"/>
              </a:spcAft>
              <a:defRPr sz="2000"/>
            </a:pPr>
            <a:r>
              <a:t>🧪 Tools: Docker, pytest, pre-commit, Git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000"/>
            </a:pPr>
            <a:r>
              <a:t>1️⃣ Frontend (Streamlit) sends requests to FastAPI.</a:t>
            </a:r>
          </a:p>
          <a:p>
            <a:pPr>
              <a:spcAft>
                <a:spcPts val="800"/>
              </a:spcAft>
              <a:defRPr sz="2000"/>
            </a:pPr>
            <a:r>
              <a:t>2️⃣ FastAPI routes handle business logic and ORM operations.</a:t>
            </a:r>
          </a:p>
          <a:p>
            <a:pPr>
              <a:spcAft>
                <a:spcPts val="800"/>
              </a:spcAft>
              <a:defRPr sz="2000"/>
            </a:pPr>
            <a:r>
              <a:t>3️⃣ SQLAlchemy interacts with MySQL database.</a:t>
            </a:r>
          </a:p>
          <a:p>
            <a:pPr>
              <a:spcAft>
                <a:spcPts val="800"/>
              </a:spcAft>
              <a:defRPr sz="2000"/>
            </a:pPr>
            <a:r>
              <a:t>4️⃣ Analytics Engine runs predefined SQL queries for insights.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000"/>
            </a:pPr>
            <a:r>
              <a:t>🔐 JWT Authentication &amp; Role-based access.</a:t>
            </a:r>
          </a:p>
          <a:p>
            <a:pPr>
              <a:spcAft>
                <a:spcPts val="800"/>
              </a:spcAft>
              <a:defRPr sz="2000"/>
            </a:pPr>
            <a:r>
              <a:t>💸 CRUD Operations for expenses.</a:t>
            </a:r>
          </a:p>
          <a:p>
            <a:pPr>
              <a:spcAft>
                <a:spcPts val="800"/>
              </a:spcAft>
              <a:defRPr sz="2000"/>
            </a:pPr>
            <a:r>
              <a:t>📊 Real-time analytics dashboard.</a:t>
            </a:r>
          </a:p>
          <a:p>
            <a:pPr>
              <a:spcAft>
                <a:spcPts val="800"/>
              </a:spcAft>
              <a:defRPr sz="2000"/>
            </a:pPr>
            <a:r>
              <a:t>📁 Modular, scalable folder structure.</a:t>
            </a:r>
          </a:p>
          <a:p>
            <a:pPr>
              <a:spcAft>
                <a:spcPts val="800"/>
              </a:spcAft>
              <a:defRPr sz="2000"/>
            </a:pPr>
            <a:r>
              <a:t>⚙️ Environment-driven configuration (.env).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000"/>
            </a:pPr>
            <a:r>
              <a:t>1. User logs in → Token generated.</a:t>
            </a:r>
          </a:p>
          <a:p>
            <a:pPr>
              <a:spcAft>
                <a:spcPts val="800"/>
              </a:spcAft>
              <a:defRPr sz="2000"/>
            </a:pPr>
            <a:r>
              <a:t>2. Streamlit UI calls backend endpoints.</a:t>
            </a:r>
          </a:p>
          <a:p>
            <a:pPr>
              <a:spcAft>
                <a:spcPts val="800"/>
              </a:spcAft>
              <a:defRPr sz="2000"/>
            </a:pPr>
            <a:r>
              <a:t>3. Database operations executed via SQLAlchemy.</a:t>
            </a:r>
          </a:p>
          <a:p>
            <a:pPr>
              <a:spcAft>
                <a:spcPts val="800"/>
              </a:spcAft>
              <a:defRPr sz="2000"/>
            </a:pPr>
            <a:r>
              <a:t>4. Analytics results visualized in frontend.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Analytics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000"/>
            </a:pPr>
            <a:r>
              <a:t>• Category-wise Spending Distribution.</a:t>
            </a:r>
          </a:p>
          <a:p>
            <a:pPr>
              <a:spcAft>
                <a:spcPts val="800"/>
              </a:spcAft>
              <a:defRPr sz="2000"/>
            </a:pPr>
            <a:r>
              <a:t>• Monthly Trends &amp; Peak Analysis.</a:t>
            </a:r>
          </a:p>
          <a:p>
            <a:pPr>
              <a:spcAft>
                <a:spcPts val="800"/>
              </a:spcAft>
              <a:defRPr sz="2000"/>
            </a:pPr>
            <a:r>
              <a:t>• Payment Mode Insights.</a:t>
            </a:r>
          </a:p>
          <a:p>
            <a:pPr>
              <a:spcAft>
                <a:spcPts val="800"/>
              </a:spcAft>
              <a:defRPr sz="2000"/>
            </a:pPr>
            <a:r>
              <a:t>• Streamlit-powered interactive charts.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000"/>
            </a:pPr>
            <a:r>
              <a:t>🐳 Docker Compose setup for MySQL + FastAPI + Streamlit.</a:t>
            </a:r>
          </a:p>
          <a:p>
            <a:pPr>
              <a:spcAft>
                <a:spcPts val="800"/>
              </a:spcAft>
              <a:defRPr sz="2000"/>
            </a:pPr>
            <a:r>
              <a:t>☁️ Deployable on AWS, Azure, or GCP.</a:t>
            </a:r>
          </a:p>
          <a:p>
            <a:pPr>
              <a:spcAft>
                <a:spcPts val="800"/>
              </a:spcAft>
              <a:defRPr sz="2000"/>
            </a:pPr>
            <a:r>
              <a:t>📦 Environment-driven configuration with `.env`.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Testing &amp;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000"/>
            </a:pPr>
            <a:r>
              <a:t>✅ Unit testing with pytest.</a:t>
            </a:r>
          </a:p>
          <a:p>
            <a:pPr>
              <a:spcAft>
                <a:spcPts val="800"/>
              </a:spcAft>
              <a:defRPr sz="2000"/>
            </a:pPr>
            <a:r>
              <a:t>✅ Code linting with flake8 &amp; pre-commit.</a:t>
            </a:r>
          </a:p>
          <a:p>
            <a:pPr>
              <a:spcAft>
                <a:spcPts val="800"/>
              </a:spcAft>
              <a:defRPr sz="2000"/>
            </a:pPr>
            <a:r>
              <a:t>✅ Black + isort formatting.</a:t>
            </a:r>
          </a:p>
          <a:p>
            <a:pPr>
              <a:spcAft>
                <a:spcPts val="800"/>
              </a:spcAft>
              <a:defRPr sz="2000"/>
            </a:pPr>
            <a:r>
              <a:t>✅ CI/CD Ready project structure.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000"/>
            </a:pPr>
            <a:r>
              <a:t>📈 Add AI-based expense forecasting.</a:t>
            </a:r>
          </a:p>
          <a:p>
            <a:pPr>
              <a:spcAft>
                <a:spcPts val="800"/>
              </a:spcAft>
              <a:defRPr sz="2000"/>
            </a:pPr>
            <a:r>
              <a:t>🔐 Admin dashboards and user roles.</a:t>
            </a:r>
          </a:p>
          <a:p>
            <a:pPr>
              <a:spcAft>
                <a:spcPts val="800"/>
              </a:spcAft>
              <a:defRPr sz="2000"/>
            </a:pPr>
            <a:r>
              <a:t>📤 Export reports as Excel or PDF.</a:t>
            </a:r>
          </a:p>
          <a:p>
            <a:pPr>
              <a:spcAft>
                <a:spcPts val="800"/>
              </a:spcAft>
              <a:defRPr sz="2000"/>
            </a:pPr>
            <a:r>
              <a:t>📱 Responsive mobile version.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Author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2000"/>
            </a:pPr>
            <a:r>
              <a:t>👨‍💻 Shubham Pandey</a:t>
            </a:r>
          </a:p>
          <a:p>
            <a:pPr>
              <a:spcAft>
                <a:spcPts val="800"/>
              </a:spcAft>
              <a:defRPr sz="2000"/>
            </a:pPr>
            <a:r>
              <a:t>Data Science Enthusiast | Full Stack Developer</a:t>
            </a:r>
          </a:p>
          <a:p>
            <a:pPr>
              <a:spcAft>
                <a:spcPts val="800"/>
              </a:spcAft>
              <a:defRPr sz="2000"/>
            </a:pPr>
            <a:r>
              <a:t>📧 shubh@example.com</a:t>
            </a:r>
          </a:p>
          <a:p>
            <a:pPr>
              <a:spcAft>
                <a:spcPts val="800"/>
              </a:spcAft>
              <a:defRPr sz="2000"/>
            </a:pPr>
            <a:r>
              <a:t>🌐 github.com/yourusername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