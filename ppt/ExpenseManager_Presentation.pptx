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💰 ExpenseManager: Smart Expense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Built with </a:t>
            </a:r>
            <a:r>
              <a:rPr dirty="0" err="1"/>
              <a:t>FastAPI</a:t>
            </a:r>
            <a:r>
              <a:rPr dirty="0"/>
              <a:t> • MySQL •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By: Shubham Pandey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 full-stack expense management system designed for company-grade scalability.</a:t>
            </a:r>
          </a:p>
          <a:p>
            <a:pPr>
              <a:defRPr sz="1800"/>
            </a:pPr>
            <a:r>
              <a:t>Built using FastAPI (Backend), MySQL (Database), and Streamlit (Frontend).</a:t>
            </a:r>
          </a:p>
          <a:p>
            <a:pPr>
              <a:defRPr sz="1800"/>
            </a:pPr>
            <a:r>
              <a:t>Includes analytics, authentication, and CRUD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Backend: FastAPI (REST APIs, Auth, CRUD)</a:t>
            </a:r>
          </a:p>
          <a:p>
            <a:pPr>
              <a:defRPr sz="1800"/>
            </a:pPr>
            <a:r>
              <a:t>Database: MySQL (Secure Data Storage)</a:t>
            </a:r>
          </a:p>
          <a:p>
            <a:pPr>
              <a:defRPr sz="1800"/>
            </a:pPr>
            <a:r>
              <a:t>Frontend: Streamlit (Interactive Dashboard)</a:t>
            </a:r>
          </a:p>
          <a:p>
            <a:pPr>
              <a:defRPr sz="1800"/>
            </a:pPr>
            <a:r>
              <a:t>ORM: SQLAlchemy + Alembic (Migrations &amp; Models)</a:t>
            </a:r>
          </a:p>
          <a:p>
            <a:pPr>
              <a:defRPr sz="1800"/>
            </a:pPr>
            <a:r>
              <a:t>Security: JWT (OAuth2)</a:t>
            </a:r>
          </a:p>
          <a:p>
            <a:pPr>
              <a:defRPr sz="1800"/>
            </a:pPr>
            <a:r>
              <a:t>DevOps Tools: Docker, Git, pytest, Pre-commit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Frontend (Streamlit) → API Calls → FastAPI Backend → ORM → MySQL Database</a:t>
            </a:r>
          </a:p>
          <a:p>
            <a:pPr>
              <a:defRPr sz="1800"/>
            </a:pPr>
            <a:r>
              <a:t>Analytics Engine runs SQL queries from queries.sql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🔐 JWT Authentication (Login + Refresh)</a:t>
            </a:r>
          </a:p>
          <a:p>
            <a:pPr>
              <a:defRPr sz="1800"/>
            </a:pPr>
            <a:r>
              <a:t>💸 Expense CRUD (Create, Read, Update, Delete)</a:t>
            </a:r>
          </a:p>
          <a:p>
            <a:pPr>
              <a:defRPr sz="1800"/>
            </a:pPr>
            <a:r>
              <a:t>📊 Analytics (SQL-driven insights)</a:t>
            </a:r>
          </a:p>
          <a:p>
            <a:pPr>
              <a:defRPr sz="1800"/>
            </a:pPr>
            <a:r>
              <a:t>🧩 Modular folder structure and maintainable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ExpenseManager</a:t>
            </a:r>
            <a:r>
              <a:rPr dirty="0"/>
              <a:t>/</a:t>
            </a:r>
          </a:p>
          <a:p>
            <a:pPr>
              <a:defRPr sz="1800"/>
            </a:pPr>
            <a:r>
              <a:rPr dirty="0"/>
              <a:t>├── backend/ (</a:t>
            </a:r>
            <a:r>
              <a:rPr dirty="0" err="1"/>
              <a:t>FastAPI</a:t>
            </a:r>
            <a:r>
              <a:rPr dirty="0"/>
              <a:t> app)</a:t>
            </a:r>
          </a:p>
          <a:p>
            <a:pPr>
              <a:defRPr sz="1800"/>
            </a:pPr>
            <a:r>
              <a:rPr dirty="0"/>
              <a:t>├── frontend/ (</a:t>
            </a:r>
            <a:r>
              <a:rPr dirty="0" err="1"/>
              <a:t>Streamlit</a:t>
            </a:r>
            <a:r>
              <a:rPr dirty="0"/>
              <a:t> app)</a:t>
            </a:r>
          </a:p>
          <a:p>
            <a:pPr>
              <a:defRPr sz="1800"/>
            </a:pPr>
            <a:r>
              <a:rPr dirty="0"/>
              <a:t>├── </a:t>
            </a:r>
            <a:r>
              <a:rPr dirty="0" err="1"/>
              <a:t>data_simulation</a:t>
            </a:r>
            <a:r>
              <a:rPr dirty="0"/>
              <a:t>/ (Database setup)</a:t>
            </a:r>
            <a:endParaRPr lang="en-US" dirty="0"/>
          </a:p>
          <a:p>
            <a:pPr>
              <a:defRPr sz="1800"/>
            </a:pPr>
            <a:r>
              <a:rPr lang="en-IN" dirty="0"/>
              <a:t> </a:t>
            </a:r>
            <a:r>
              <a:rPr dirty="0"/>
              <a:t>└── scripts/ (Utilities)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/api/login — User Authentication</a:t>
            </a:r>
          </a:p>
          <a:p>
            <a:pPr>
              <a:defRPr sz="1800"/>
            </a:pPr>
            <a:r>
              <a:t>/api/expenses — Manage expenses</a:t>
            </a:r>
          </a:p>
          <a:p>
            <a:pPr>
              <a:defRPr sz="1800"/>
            </a:pPr>
            <a:r>
              <a:t>/api/analytics/{query_name} — Run SQL analytics</a:t>
            </a:r>
          </a:p>
          <a:p>
            <a:pPr>
              <a:defRPr sz="1800"/>
            </a:pPr>
            <a:r>
              <a:t>/api/refresh — Refresh expired tokens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Visualizes:</a:t>
            </a:r>
          </a:p>
          <a:p>
            <a:pPr>
              <a:defRPr sz="1800"/>
            </a:pPr>
            <a:r>
              <a:t>• Category-wise spending</a:t>
            </a:r>
          </a:p>
          <a:p>
            <a:pPr>
              <a:defRPr sz="1800"/>
            </a:pPr>
            <a:r>
              <a:t>• Monthly trends</a:t>
            </a:r>
          </a:p>
          <a:p>
            <a:pPr>
              <a:defRPr sz="1800"/>
            </a:pPr>
            <a:r>
              <a:t>• Payment mode distribution</a:t>
            </a:r>
          </a:p>
          <a:p>
            <a:pPr>
              <a:defRPr sz="1800"/>
            </a:pPr>
            <a:r>
              <a:t>Built using Streamlit and Plotly charts.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User logs in → Receives token</a:t>
            </a:r>
          </a:p>
          <a:p>
            <a:pPr>
              <a:defRPr sz="1800"/>
            </a:pPr>
            <a:r>
              <a:t>2. Streamlit UI calls FastAPI endpoints</a:t>
            </a:r>
          </a:p>
          <a:p>
            <a:pPr>
              <a:defRPr sz="1800"/>
            </a:pPr>
            <a:r>
              <a:t>3. FastAPI performs CRUD using SQLAlchemy</a:t>
            </a:r>
          </a:p>
          <a:p>
            <a:pPr>
              <a:defRPr sz="1800"/>
            </a:pPr>
            <a:r>
              <a:t>4. Data visualized in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✅ Unit tests via pytest</a:t>
            </a:r>
          </a:p>
          <a:p>
            <a:pPr>
              <a:defRPr sz="1800"/>
            </a:pPr>
            <a:r>
              <a:t>✅ Code formatting with Black + isort</a:t>
            </a:r>
          </a:p>
          <a:p>
            <a:pPr>
              <a:defRPr sz="1800"/>
            </a:pPr>
            <a:r>
              <a:t>✅ PEP8 compliance (Pre-commit hooks)</a:t>
            </a:r>
          </a:p>
          <a:p>
            <a:pPr>
              <a:defRPr sz="1800"/>
            </a:pPr>
            <a:r>
              <a:t>✅ Secure configuration via .env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Docker Compose runs all services: MySQL, FastAPI, Streamlit</a:t>
            </a:r>
          </a:p>
          <a:p>
            <a:pPr>
              <a:defRPr sz="1800"/>
            </a:pPr>
            <a:r>
              <a:t>Cloud-ready for AWS / Azure / GCP deployments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• Role-based access control</a:t>
            </a:r>
          </a:p>
          <a:p>
            <a:pPr>
              <a:defRPr sz="1800"/>
            </a:pPr>
            <a:r>
              <a:t>• Export to Excel/PDF</a:t>
            </a:r>
          </a:p>
          <a:p>
            <a:pPr>
              <a:defRPr sz="1800"/>
            </a:pPr>
            <a:r>
              <a:t>• Team-level expense sharing</a:t>
            </a:r>
          </a:p>
          <a:p>
            <a:pPr>
              <a:defRPr sz="1800"/>
            </a:pPr>
            <a:r>
              <a:t>• Mobile-friendly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 modular, company-grade full-stack expense management system.</a:t>
            </a:r>
          </a:p>
          <a:p>
            <a:pPr>
              <a:defRPr sz="1800"/>
            </a:pPr>
            <a:r>
              <a:t>Combines security, scalability, and simplicity.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👨‍💻 Shubh</a:t>
            </a:r>
            <a:r>
              <a:rPr lang="en-US" dirty="0"/>
              <a:t>am Pandey</a:t>
            </a:r>
            <a:endParaRPr dirty="0"/>
          </a:p>
          <a:p>
            <a:pPr>
              <a:defRPr sz="1800"/>
            </a:pPr>
            <a:r>
              <a:rPr dirty="0"/>
              <a:t>Data Science Enthusiast | Full-Stack Developer</a:t>
            </a:r>
          </a:p>
          <a:p>
            <a:pPr>
              <a:defRPr sz="1800"/>
            </a:pPr>
            <a:r>
              <a:rPr dirty="0"/>
              <a:t>📧 shubh@example.com</a:t>
            </a:r>
          </a:p>
          <a:p>
            <a:pPr>
              <a:defRPr sz="1800"/>
            </a:pPr>
            <a:r>
              <a:rPr dirty="0"/>
              <a:t>🌐 github.com/</a:t>
            </a:r>
            <a:r>
              <a:rPr dirty="0" err="1"/>
              <a:t>yourusername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397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💰 ExpenseManager: Smart Expense Tracking System</vt:lpstr>
      <vt:lpstr>Project Overview</vt:lpstr>
      <vt:lpstr>Tech Stack</vt:lpstr>
      <vt:lpstr>Architecture</vt:lpstr>
      <vt:lpstr>Key Features</vt:lpstr>
      <vt:lpstr>Folder Structure</vt:lpstr>
      <vt:lpstr>API Highlights</vt:lpstr>
      <vt:lpstr>Analytics Dashboard</vt:lpstr>
      <vt:lpstr>Workflow</vt:lpstr>
      <vt:lpstr>Testing &amp; Standards</vt:lpstr>
      <vt:lpstr>Deployment</vt:lpstr>
      <vt:lpstr>Future Enhancements</vt:lpstr>
      <vt:lpstr>Conclusion</vt:lpstr>
      <vt:lpstr>Author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PANDEY</cp:lastModifiedBy>
  <cp:revision>4</cp:revision>
  <dcterms:created xsi:type="dcterms:W3CDTF">2013-01-27T09:14:16Z</dcterms:created>
  <dcterms:modified xsi:type="dcterms:W3CDTF">2025-11-06T07:29:54Z</dcterms:modified>
  <cp:category/>
</cp:coreProperties>
</file>