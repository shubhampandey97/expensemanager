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EF52CA-F3B4-4F78-BA7E-D353DD07447F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C9813A-25C6-46F3-8E96-1A262913BAD3}">
      <dgm:prSet/>
      <dgm:spPr/>
      <dgm:t>
        <a:bodyPr/>
        <a:lstStyle/>
        <a:p>
          <a:r>
            <a:rPr lang="en-US"/>
            <a:t>⚙️ Backend: FastAPI</a:t>
          </a:r>
        </a:p>
      </dgm:t>
    </dgm:pt>
    <dgm:pt modelId="{97CFF837-1F7F-42F3-B020-9A80E06C22B0}" type="parTrans" cxnId="{185A5BE6-5627-41B7-81F8-90D31317426B}">
      <dgm:prSet/>
      <dgm:spPr/>
      <dgm:t>
        <a:bodyPr/>
        <a:lstStyle/>
        <a:p>
          <a:endParaRPr lang="en-US"/>
        </a:p>
      </dgm:t>
    </dgm:pt>
    <dgm:pt modelId="{7CFAF629-20C0-4490-BDB3-A3742ADABF79}" type="sibTrans" cxnId="{185A5BE6-5627-41B7-81F8-90D31317426B}">
      <dgm:prSet/>
      <dgm:spPr/>
      <dgm:t>
        <a:bodyPr/>
        <a:lstStyle/>
        <a:p>
          <a:endParaRPr lang="en-US"/>
        </a:p>
      </dgm:t>
    </dgm:pt>
    <dgm:pt modelId="{5F35BCB1-208B-4F32-BF56-7C6EDB1D520D}">
      <dgm:prSet/>
      <dgm:spPr/>
      <dgm:t>
        <a:bodyPr/>
        <a:lstStyle/>
        <a:p>
          <a:r>
            <a:rPr lang="en-US"/>
            <a:t>💾 Database: MySQL + SQLAlchemy</a:t>
          </a:r>
        </a:p>
      </dgm:t>
    </dgm:pt>
    <dgm:pt modelId="{972BBFFC-5BA3-4A35-B658-97FAB86D36B9}" type="parTrans" cxnId="{86799F88-C446-4D3E-B583-7156817A6DC9}">
      <dgm:prSet/>
      <dgm:spPr/>
      <dgm:t>
        <a:bodyPr/>
        <a:lstStyle/>
        <a:p>
          <a:endParaRPr lang="en-US"/>
        </a:p>
      </dgm:t>
    </dgm:pt>
    <dgm:pt modelId="{5EF55905-4319-42F7-82B3-51FA7016EBB6}" type="sibTrans" cxnId="{86799F88-C446-4D3E-B583-7156817A6DC9}">
      <dgm:prSet/>
      <dgm:spPr/>
      <dgm:t>
        <a:bodyPr/>
        <a:lstStyle/>
        <a:p>
          <a:endParaRPr lang="en-US"/>
        </a:p>
      </dgm:t>
    </dgm:pt>
    <dgm:pt modelId="{CAFB490E-0DCA-4D1E-B5D1-048646A99BA1}">
      <dgm:prSet/>
      <dgm:spPr/>
      <dgm:t>
        <a:bodyPr/>
        <a:lstStyle/>
        <a:p>
          <a:r>
            <a:rPr lang="en-US"/>
            <a:t>🎨 Frontend: Streamlit</a:t>
          </a:r>
        </a:p>
      </dgm:t>
    </dgm:pt>
    <dgm:pt modelId="{582DE9E6-2016-437E-AE34-C3DB8827A8AA}" type="parTrans" cxnId="{01423511-5C50-438C-BF2A-CED24CCADC6A}">
      <dgm:prSet/>
      <dgm:spPr/>
      <dgm:t>
        <a:bodyPr/>
        <a:lstStyle/>
        <a:p>
          <a:endParaRPr lang="en-US"/>
        </a:p>
      </dgm:t>
    </dgm:pt>
    <dgm:pt modelId="{DE50B63C-7D7C-40D5-8C1F-99800203AF5D}" type="sibTrans" cxnId="{01423511-5C50-438C-BF2A-CED24CCADC6A}">
      <dgm:prSet/>
      <dgm:spPr/>
      <dgm:t>
        <a:bodyPr/>
        <a:lstStyle/>
        <a:p>
          <a:endParaRPr lang="en-US"/>
        </a:p>
      </dgm:t>
    </dgm:pt>
    <dgm:pt modelId="{0F3929AD-272C-4CE3-909D-6E5D2E6C4F7E}">
      <dgm:prSet/>
      <dgm:spPr/>
      <dgm:t>
        <a:bodyPr/>
        <a:lstStyle/>
        <a:p>
          <a:r>
            <a:rPr lang="en-US"/>
            <a:t>🔐 Auth: JWT &amp; OAuth2</a:t>
          </a:r>
        </a:p>
      </dgm:t>
    </dgm:pt>
    <dgm:pt modelId="{0571ECDD-21E3-4BA2-97E2-2E713E4F7C9A}" type="parTrans" cxnId="{073B1C37-9F4A-4960-9938-85D5CC551773}">
      <dgm:prSet/>
      <dgm:spPr/>
      <dgm:t>
        <a:bodyPr/>
        <a:lstStyle/>
        <a:p>
          <a:endParaRPr lang="en-US"/>
        </a:p>
      </dgm:t>
    </dgm:pt>
    <dgm:pt modelId="{6E3C94F9-E06E-4803-B1B4-05BF4959FFD4}" type="sibTrans" cxnId="{073B1C37-9F4A-4960-9938-85D5CC551773}">
      <dgm:prSet/>
      <dgm:spPr/>
      <dgm:t>
        <a:bodyPr/>
        <a:lstStyle/>
        <a:p>
          <a:endParaRPr lang="en-US"/>
        </a:p>
      </dgm:t>
    </dgm:pt>
    <dgm:pt modelId="{51BD0351-5FA4-4400-BC48-78DC756E9CEF}">
      <dgm:prSet/>
      <dgm:spPr/>
      <dgm:t>
        <a:bodyPr/>
        <a:lstStyle/>
        <a:p>
          <a:r>
            <a:rPr lang="en-US"/>
            <a:t>🧩 Tools: Docker, Git, pytest, Alembic</a:t>
          </a:r>
        </a:p>
      </dgm:t>
    </dgm:pt>
    <dgm:pt modelId="{842910BC-2C4B-49E1-84E6-A4AD1E43EB95}" type="parTrans" cxnId="{1323F4EE-66FB-479D-926E-8B30D4CD3FFC}">
      <dgm:prSet/>
      <dgm:spPr/>
      <dgm:t>
        <a:bodyPr/>
        <a:lstStyle/>
        <a:p>
          <a:endParaRPr lang="en-US"/>
        </a:p>
      </dgm:t>
    </dgm:pt>
    <dgm:pt modelId="{D7AD4983-70F5-4693-A7C1-1131D9C10BEB}" type="sibTrans" cxnId="{1323F4EE-66FB-479D-926E-8B30D4CD3FFC}">
      <dgm:prSet/>
      <dgm:spPr/>
      <dgm:t>
        <a:bodyPr/>
        <a:lstStyle/>
        <a:p>
          <a:endParaRPr lang="en-US"/>
        </a:p>
      </dgm:t>
    </dgm:pt>
    <dgm:pt modelId="{2D2FD32A-BC73-4EB7-A668-76A869BA1DBC}" type="pres">
      <dgm:prSet presAssocID="{3EEF52CA-F3B4-4F78-BA7E-D353DD07447F}" presName="vert0" presStyleCnt="0">
        <dgm:presLayoutVars>
          <dgm:dir/>
          <dgm:animOne val="branch"/>
          <dgm:animLvl val="lvl"/>
        </dgm:presLayoutVars>
      </dgm:prSet>
      <dgm:spPr/>
    </dgm:pt>
    <dgm:pt modelId="{7607EF89-0D6F-4BEF-95D2-1FDB3AD18B21}" type="pres">
      <dgm:prSet presAssocID="{26C9813A-25C6-46F3-8E96-1A262913BAD3}" presName="thickLine" presStyleLbl="alignNode1" presStyleIdx="0" presStyleCnt="5"/>
      <dgm:spPr/>
    </dgm:pt>
    <dgm:pt modelId="{29B32EA0-FBED-4F5B-AEC0-32893D6B8908}" type="pres">
      <dgm:prSet presAssocID="{26C9813A-25C6-46F3-8E96-1A262913BAD3}" presName="horz1" presStyleCnt="0"/>
      <dgm:spPr/>
    </dgm:pt>
    <dgm:pt modelId="{AD044588-2F4C-449B-AC27-2B5F2734E483}" type="pres">
      <dgm:prSet presAssocID="{26C9813A-25C6-46F3-8E96-1A262913BAD3}" presName="tx1" presStyleLbl="revTx" presStyleIdx="0" presStyleCnt="5"/>
      <dgm:spPr/>
    </dgm:pt>
    <dgm:pt modelId="{213F617B-A2E3-4050-9C00-29F5989A5128}" type="pres">
      <dgm:prSet presAssocID="{26C9813A-25C6-46F3-8E96-1A262913BAD3}" presName="vert1" presStyleCnt="0"/>
      <dgm:spPr/>
    </dgm:pt>
    <dgm:pt modelId="{76130623-DE7A-4A96-874F-A76E969B77E7}" type="pres">
      <dgm:prSet presAssocID="{5F35BCB1-208B-4F32-BF56-7C6EDB1D520D}" presName="thickLine" presStyleLbl="alignNode1" presStyleIdx="1" presStyleCnt="5"/>
      <dgm:spPr/>
    </dgm:pt>
    <dgm:pt modelId="{A28DEC2D-9312-44BA-BF05-AB577E5B99BD}" type="pres">
      <dgm:prSet presAssocID="{5F35BCB1-208B-4F32-BF56-7C6EDB1D520D}" presName="horz1" presStyleCnt="0"/>
      <dgm:spPr/>
    </dgm:pt>
    <dgm:pt modelId="{F68F5F2C-35D1-4B02-9FE3-CFB09512AE03}" type="pres">
      <dgm:prSet presAssocID="{5F35BCB1-208B-4F32-BF56-7C6EDB1D520D}" presName="tx1" presStyleLbl="revTx" presStyleIdx="1" presStyleCnt="5"/>
      <dgm:spPr/>
    </dgm:pt>
    <dgm:pt modelId="{BF1E5ABA-5C93-486B-8CAB-EE4F937CF2D9}" type="pres">
      <dgm:prSet presAssocID="{5F35BCB1-208B-4F32-BF56-7C6EDB1D520D}" presName="vert1" presStyleCnt="0"/>
      <dgm:spPr/>
    </dgm:pt>
    <dgm:pt modelId="{09016885-023D-4E3F-9167-1CF6FAAB8CCC}" type="pres">
      <dgm:prSet presAssocID="{CAFB490E-0DCA-4D1E-B5D1-048646A99BA1}" presName="thickLine" presStyleLbl="alignNode1" presStyleIdx="2" presStyleCnt="5"/>
      <dgm:spPr/>
    </dgm:pt>
    <dgm:pt modelId="{3A7B3EB8-A697-4BC7-A615-4062F06B2422}" type="pres">
      <dgm:prSet presAssocID="{CAFB490E-0DCA-4D1E-B5D1-048646A99BA1}" presName="horz1" presStyleCnt="0"/>
      <dgm:spPr/>
    </dgm:pt>
    <dgm:pt modelId="{C2B23F87-5B4E-4D2F-A1CD-21DE4C04727E}" type="pres">
      <dgm:prSet presAssocID="{CAFB490E-0DCA-4D1E-B5D1-048646A99BA1}" presName="tx1" presStyleLbl="revTx" presStyleIdx="2" presStyleCnt="5"/>
      <dgm:spPr/>
    </dgm:pt>
    <dgm:pt modelId="{1EFDFE3B-5D89-46D6-9E51-6670D7B18B2A}" type="pres">
      <dgm:prSet presAssocID="{CAFB490E-0DCA-4D1E-B5D1-048646A99BA1}" presName="vert1" presStyleCnt="0"/>
      <dgm:spPr/>
    </dgm:pt>
    <dgm:pt modelId="{80A565CB-B654-4B0D-888B-EAB6D85CCA8E}" type="pres">
      <dgm:prSet presAssocID="{0F3929AD-272C-4CE3-909D-6E5D2E6C4F7E}" presName="thickLine" presStyleLbl="alignNode1" presStyleIdx="3" presStyleCnt="5"/>
      <dgm:spPr/>
    </dgm:pt>
    <dgm:pt modelId="{2BFF38E6-D0A6-40BC-B4B2-CDC77211B4C0}" type="pres">
      <dgm:prSet presAssocID="{0F3929AD-272C-4CE3-909D-6E5D2E6C4F7E}" presName="horz1" presStyleCnt="0"/>
      <dgm:spPr/>
    </dgm:pt>
    <dgm:pt modelId="{68CC1C38-3B97-4C83-BA8C-1BEAB1676575}" type="pres">
      <dgm:prSet presAssocID="{0F3929AD-272C-4CE3-909D-6E5D2E6C4F7E}" presName="tx1" presStyleLbl="revTx" presStyleIdx="3" presStyleCnt="5"/>
      <dgm:spPr/>
    </dgm:pt>
    <dgm:pt modelId="{2F5E150E-088F-4F0A-B521-E59B5C5F7CA1}" type="pres">
      <dgm:prSet presAssocID="{0F3929AD-272C-4CE3-909D-6E5D2E6C4F7E}" presName="vert1" presStyleCnt="0"/>
      <dgm:spPr/>
    </dgm:pt>
    <dgm:pt modelId="{BDD67CEB-6F7B-41C5-A29F-0DFABEA82C90}" type="pres">
      <dgm:prSet presAssocID="{51BD0351-5FA4-4400-BC48-78DC756E9CEF}" presName="thickLine" presStyleLbl="alignNode1" presStyleIdx="4" presStyleCnt="5"/>
      <dgm:spPr/>
    </dgm:pt>
    <dgm:pt modelId="{874168FD-2848-4651-BFC8-21CF44BF14E0}" type="pres">
      <dgm:prSet presAssocID="{51BD0351-5FA4-4400-BC48-78DC756E9CEF}" presName="horz1" presStyleCnt="0"/>
      <dgm:spPr/>
    </dgm:pt>
    <dgm:pt modelId="{5263F221-AC52-4308-A453-EB2182E30C3B}" type="pres">
      <dgm:prSet presAssocID="{51BD0351-5FA4-4400-BC48-78DC756E9CEF}" presName="tx1" presStyleLbl="revTx" presStyleIdx="4" presStyleCnt="5"/>
      <dgm:spPr/>
    </dgm:pt>
    <dgm:pt modelId="{381BCE23-50DF-41A8-A38B-BCC478423CED}" type="pres">
      <dgm:prSet presAssocID="{51BD0351-5FA4-4400-BC48-78DC756E9CEF}" presName="vert1" presStyleCnt="0"/>
      <dgm:spPr/>
    </dgm:pt>
  </dgm:ptLst>
  <dgm:cxnLst>
    <dgm:cxn modelId="{01423511-5C50-438C-BF2A-CED24CCADC6A}" srcId="{3EEF52CA-F3B4-4F78-BA7E-D353DD07447F}" destId="{CAFB490E-0DCA-4D1E-B5D1-048646A99BA1}" srcOrd="2" destOrd="0" parTransId="{582DE9E6-2016-437E-AE34-C3DB8827A8AA}" sibTransId="{DE50B63C-7D7C-40D5-8C1F-99800203AF5D}"/>
    <dgm:cxn modelId="{CB66572E-48B8-4FB1-8284-E8A46763F811}" type="presOf" srcId="{5F35BCB1-208B-4F32-BF56-7C6EDB1D520D}" destId="{F68F5F2C-35D1-4B02-9FE3-CFB09512AE03}" srcOrd="0" destOrd="0" presId="urn:microsoft.com/office/officeart/2008/layout/LinedList"/>
    <dgm:cxn modelId="{073B1C37-9F4A-4960-9938-85D5CC551773}" srcId="{3EEF52CA-F3B4-4F78-BA7E-D353DD07447F}" destId="{0F3929AD-272C-4CE3-909D-6E5D2E6C4F7E}" srcOrd="3" destOrd="0" parTransId="{0571ECDD-21E3-4BA2-97E2-2E713E4F7C9A}" sibTransId="{6E3C94F9-E06E-4803-B1B4-05BF4959FFD4}"/>
    <dgm:cxn modelId="{FFDF1643-22D6-410A-BF55-A19D498284D9}" type="presOf" srcId="{0F3929AD-272C-4CE3-909D-6E5D2E6C4F7E}" destId="{68CC1C38-3B97-4C83-BA8C-1BEAB1676575}" srcOrd="0" destOrd="0" presId="urn:microsoft.com/office/officeart/2008/layout/LinedList"/>
    <dgm:cxn modelId="{95508367-B0D4-49D1-9D08-CBC93433518B}" type="presOf" srcId="{26C9813A-25C6-46F3-8E96-1A262913BAD3}" destId="{AD044588-2F4C-449B-AC27-2B5F2734E483}" srcOrd="0" destOrd="0" presId="urn:microsoft.com/office/officeart/2008/layout/LinedList"/>
    <dgm:cxn modelId="{86799F88-C446-4D3E-B583-7156817A6DC9}" srcId="{3EEF52CA-F3B4-4F78-BA7E-D353DD07447F}" destId="{5F35BCB1-208B-4F32-BF56-7C6EDB1D520D}" srcOrd="1" destOrd="0" parTransId="{972BBFFC-5BA3-4A35-B658-97FAB86D36B9}" sibTransId="{5EF55905-4319-42F7-82B3-51FA7016EBB6}"/>
    <dgm:cxn modelId="{066871AA-D45A-49A6-A0C4-3E39BA051F71}" type="presOf" srcId="{CAFB490E-0DCA-4D1E-B5D1-048646A99BA1}" destId="{C2B23F87-5B4E-4D2F-A1CD-21DE4C04727E}" srcOrd="0" destOrd="0" presId="urn:microsoft.com/office/officeart/2008/layout/LinedList"/>
    <dgm:cxn modelId="{0CBD87B0-DD44-4BBB-A01C-5BE6068F70EF}" type="presOf" srcId="{3EEF52CA-F3B4-4F78-BA7E-D353DD07447F}" destId="{2D2FD32A-BC73-4EB7-A668-76A869BA1DBC}" srcOrd="0" destOrd="0" presId="urn:microsoft.com/office/officeart/2008/layout/LinedList"/>
    <dgm:cxn modelId="{043165C0-6690-4F1B-A59D-58D674445B34}" type="presOf" srcId="{51BD0351-5FA4-4400-BC48-78DC756E9CEF}" destId="{5263F221-AC52-4308-A453-EB2182E30C3B}" srcOrd="0" destOrd="0" presId="urn:microsoft.com/office/officeart/2008/layout/LinedList"/>
    <dgm:cxn modelId="{185A5BE6-5627-41B7-81F8-90D31317426B}" srcId="{3EEF52CA-F3B4-4F78-BA7E-D353DD07447F}" destId="{26C9813A-25C6-46F3-8E96-1A262913BAD3}" srcOrd="0" destOrd="0" parTransId="{97CFF837-1F7F-42F3-B020-9A80E06C22B0}" sibTransId="{7CFAF629-20C0-4490-BDB3-A3742ADABF79}"/>
    <dgm:cxn modelId="{1323F4EE-66FB-479D-926E-8B30D4CD3FFC}" srcId="{3EEF52CA-F3B4-4F78-BA7E-D353DD07447F}" destId="{51BD0351-5FA4-4400-BC48-78DC756E9CEF}" srcOrd="4" destOrd="0" parTransId="{842910BC-2C4B-49E1-84E6-A4AD1E43EB95}" sibTransId="{D7AD4983-70F5-4693-A7C1-1131D9C10BEB}"/>
    <dgm:cxn modelId="{74341892-1461-486B-8CE3-FBB2AF0CD06A}" type="presParOf" srcId="{2D2FD32A-BC73-4EB7-A668-76A869BA1DBC}" destId="{7607EF89-0D6F-4BEF-95D2-1FDB3AD18B21}" srcOrd="0" destOrd="0" presId="urn:microsoft.com/office/officeart/2008/layout/LinedList"/>
    <dgm:cxn modelId="{080116EC-34BD-4E45-8E50-79CCE2FDE1B9}" type="presParOf" srcId="{2D2FD32A-BC73-4EB7-A668-76A869BA1DBC}" destId="{29B32EA0-FBED-4F5B-AEC0-32893D6B8908}" srcOrd="1" destOrd="0" presId="urn:microsoft.com/office/officeart/2008/layout/LinedList"/>
    <dgm:cxn modelId="{6A6A0B51-1FBD-4347-B322-BEA8D0F32BF9}" type="presParOf" srcId="{29B32EA0-FBED-4F5B-AEC0-32893D6B8908}" destId="{AD044588-2F4C-449B-AC27-2B5F2734E483}" srcOrd="0" destOrd="0" presId="urn:microsoft.com/office/officeart/2008/layout/LinedList"/>
    <dgm:cxn modelId="{B6C5D45A-ECA1-4CCA-B845-6D00771DAA46}" type="presParOf" srcId="{29B32EA0-FBED-4F5B-AEC0-32893D6B8908}" destId="{213F617B-A2E3-4050-9C00-29F5989A5128}" srcOrd="1" destOrd="0" presId="urn:microsoft.com/office/officeart/2008/layout/LinedList"/>
    <dgm:cxn modelId="{20EF9263-9EE2-460F-A0DC-335AFD9419F8}" type="presParOf" srcId="{2D2FD32A-BC73-4EB7-A668-76A869BA1DBC}" destId="{76130623-DE7A-4A96-874F-A76E969B77E7}" srcOrd="2" destOrd="0" presId="urn:microsoft.com/office/officeart/2008/layout/LinedList"/>
    <dgm:cxn modelId="{36FBE9FF-6D74-42A0-AB5B-C37C85939BB0}" type="presParOf" srcId="{2D2FD32A-BC73-4EB7-A668-76A869BA1DBC}" destId="{A28DEC2D-9312-44BA-BF05-AB577E5B99BD}" srcOrd="3" destOrd="0" presId="urn:microsoft.com/office/officeart/2008/layout/LinedList"/>
    <dgm:cxn modelId="{74E0021D-0C2D-4D95-A9AD-98B37276ACB1}" type="presParOf" srcId="{A28DEC2D-9312-44BA-BF05-AB577E5B99BD}" destId="{F68F5F2C-35D1-4B02-9FE3-CFB09512AE03}" srcOrd="0" destOrd="0" presId="urn:microsoft.com/office/officeart/2008/layout/LinedList"/>
    <dgm:cxn modelId="{EA35FC05-0B54-47BD-B8C0-36F25A0AC71D}" type="presParOf" srcId="{A28DEC2D-9312-44BA-BF05-AB577E5B99BD}" destId="{BF1E5ABA-5C93-486B-8CAB-EE4F937CF2D9}" srcOrd="1" destOrd="0" presId="urn:microsoft.com/office/officeart/2008/layout/LinedList"/>
    <dgm:cxn modelId="{A3B03887-E45F-480C-BBAE-5E0E8183E99A}" type="presParOf" srcId="{2D2FD32A-BC73-4EB7-A668-76A869BA1DBC}" destId="{09016885-023D-4E3F-9167-1CF6FAAB8CCC}" srcOrd="4" destOrd="0" presId="urn:microsoft.com/office/officeart/2008/layout/LinedList"/>
    <dgm:cxn modelId="{E48AFC17-0760-42C1-881B-D83D1B15431B}" type="presParOf" srcId="{2D2FD32A-BC73-4EB7-A668-76A869BA1DBC}" destId="{3A7B3EB8-A697-4BC7-A615-4062F06B2422}" srcOrd="5" destOrd="0" presId="urn:microsoft.com/office/officeart/2008/layout/LinedList"/>
    <dgm:cxn modelId="{F1E37A72-AA7A-4A8F-952E-DF25417FC9BB}" type="presParOf" srcId="{3A7B3EB8-A697-4BC7-A615-4062F06B2422}" destId="{C2B23F87-5B4E-4D2F-A1CD-21DE4C04727E}" srcOrd="0" destOrd="0" presId="urn:microsoft.com/office/officeart/2008/layout/LinedList"/>
    <dgm:cxn modelId="{92AF2719-25E4-4F61-8F0B-75AC8746C288}" type="presParOf" srcId="{3A7B3EB8-A697-4BC7-A615-4062F06B2422}" destId="{1EFDFE3B-5D89-46D6-9E51-6670D7B18B2A}" srcOrd="1" destOrd="0" presId="urn:microsoft.com/office/officeart/2008/layout/LinedList"/>
    <dgm:cxn modelId="{752745E4-641E-40C5-B612-54A05E7DF466}" type="presParOf" srcId="{2D2FD32A-BC73-4EB7-A668-76A869BA1DBC}" destId="{80A565CB-B654-4B0D-888B-EAB6D85CCA8E}" srcOrd="6" destOrd="0" presId="urn:microsoft.com/office/officeart/2008/layout/LinedList"/>
    <dgm:cxn modelId="{C256D072-5D1A-4A85-B744-5C04A3E8AEB9}" type="presParOf" srcId="{2D2FD32A-BC73-4EB7-A668-76A869BA1DBC}" destId="{2BFF38E6-D0A6-40BC-B4B2-CDC77211B4C0}" srcOrd="7" destOrd="0" presId="urn:microsoft.com/office/officeart/2008/layout/LinedList"/>
    <dgm:cxn modelId="{14F1B12C-7CF0-4E0B-B945-3F7E12AF84EF}" type="presParOf" srcId="{2BFF38E6-D0A6-40BC-B4B2-CDC77211B4C0}" destId="{68CC1C38-3B97-4C83-BA8C-1BEAB1676575}" srcOrd="0" destOrd="0" presId="urn:microsoft.com/office/officeart/2008/layout/LinedList"/>
    <dgm:cxn modelId="{8DEA1FCE-2E81-4DE4-A4F7-9B57AD33AA84}" type="presParOf" srcId="{2BFF38E6-D0A6-40BC-B4B2-CDC77211B4C0}" destId="{2F5E150E-088F-4F0A-B521-E59B5C5F7CA1}" srcOrd="1" destOrd="0" presId="urn:microsoft.com/office/officeart/2008/layout/LinedList"/>
    <dgm:cxn modelId="{48C986E9-ED2F-4EB8-AACD-7A0AD3A7CE9C}" type="presParOf" srcId="{2D2FD32A-BC73-4EB7-A668-76A869BA1DBC}" destId="{BDD67CEB-6F7B-41C5-A29F-0DFABEA82C90}" srcOrd="8" destOrd="0" presId="urn:microsoft.com/office/officeart/2008/layout/LinedList"/>
    <dgm:cxn modelId="{E1836478-C2B6-4E41-97D1-B2B90C8B631D}" type="presParOf" srcId="{2D2FD32A-BC73-4EB7-A668-76A869BA1DBC}" destId="{874168FD-2848-4651-BFC8-21CF44BF14E0}" srcOrd="9" destOrd="0" presId="urn:microsoft.com/office/officeart/2008/layout/LinedList"/>
    <dgm:cxn modelId="{6140D734-07CB-4810-8104-FB0E95877287}" type="presParOf" srcId="{874168FD-2848-4651-BFC8-21CF44BF14E0}" destId="{5263F221-AC52-4308-A453-EB2182E30C3B}" srcOrd="0" destOrd="0" presId="urn:microsoft.com/office/officeart/2008/layout/LinedList"/>
    <dgm:cxn modelId="{E522813E-4C08-4030-8783-B87AFA48BE4B}" type="presParOf" srcId="{874168FD-2848-4651-BFC8-21CF44BF14E0}" destId="{381BCE23-50DF-41A8-A38B-BCC478423CE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DEF321-4CA8-45E0-A71F-27EEB86129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522826-D21D-467B-AFB5-BEDC816243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🔐 JWT Authentication &amp; secure endpoints.</a:t>
          </a:r>
        </a:p>
      </dgm:t>
    </dgm:pt>
    <dgm:pt modelId="{0A265B5E-F179-4429-BC7F-4E9CC789D6C6}" type="parTrans" cxnId="{E0FC9694-7251-4A43-A53A-79BE00A6C86A}">
      <dgm:prSet/>
      <dgm:spPr/>
      <dgm:t>
        <a:bodyPr/>
        <a:lstStyle/>
        <a:p>
          <a:endParaRPr lang="en-US"/>
        </a:p>
      </dgm:t>
    </dgm:pt>
    <dgm:pt modelId="{C3CF5993-DBDE-4D67-91C4-972B4B4C84E1}" type="sibTrans" cxnId="{E0FC9694-7251-4A43-A53A-79BE00A6C86A}">
      <dgm:prSet/>
      <dgm:spPr/>
      <dgm:t>
        <a:bodyPr/>
        <a:lstStyle/>
        <a:p>
          <a:endParaRPr lang="en-US"/>
        </a:p>
      </dgm:t>
    </dgm:pt>
    <dgm:pt modelId="{96F63F24-B9D1-40A2-9AC9-BE79B9E7A1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💸 CRUD Operations on expenses.</a:t>
          </a:r>
        </a:p>
      </dgm:t>
    </dgm:pt>
    <dgm:pt modelId="{CB8BE3EE-FA2B-46E2-9BCF-4A96349C268B}" type="parTrans" cxnId="{70E2E27F-1E85-4E9D-8AA9-C013DBB02184}">
      <dgm:prSet/>
      <dgm:spPr/>
      <dgm:t>
        <a:bodyPr/>
        <a:lstStyle/>
        <a:p>
          <a:endParaRPr lang="en-US"/>
        </a:p>
      </dgm:t>
    </dgm:pt>
    <dgm:pt modelId="{0FD92F22-17F2-40FB-B050-2517FC45DCA1}" type="sibTrans" cxnId="{70E2E27F-1E85-4E9D-8AA9-C013DBB02184}">
      <dgm:prSet/>
      <dgm:spPr/>
      <dgm:t>
        <a:bodyPr/>
        <a:lstStyle/>
        <a:p>
          <a:endParaRPr lang="en-US"/>
        </a:p>
      </dgm:t>
    </dgm:pt>
    <dgm:pt modelId="{7E935BC2-9797-4904-97C0-40F6CAF240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📊 Interactive analytics dashboard.</a:t>
          </a:r>
        </a:p>
      </dgm:t>
    </dgm:pt>
    <dgm:pt modelId="{5AF88A05-F3E0-427E-B498-0E6E08C67AFE}" type="parTrans" cxnId="{3DEDC40D-5F1F-4E6F-87CB-2342BA74AEAA}">
      <dgm:prSet/>
      <dgm:spPr/>
      <dgm:t>
        <a:bodyPr/>
        <a:lstStyle/>
        <a:p>
          <a:endParaRPr lang="en-US"/>
        </a:p>
      </dgm:t>
    </dgm:pt>
    <dgm:pt modelId="{39537E0F-AC0C-46E8-9BBB-240820873557}" type="sibTrans" cxnId="{3DEDC40D-5F1F-4E6F-87CB-2342BA74AEAA}">
      <dgm:prSet/>
      <dgm:spPr/>
      <dgm:t>
        <a:bodyPr/>
        <a:lstStyle/>
        <a:p>
          <a:endParaRPr lang="en-US"/>
        </a:p>
      </dgm:t>
    </dgm:pt>
    <dgm:pt modelId="{1F3FBB0E-7F08-48A6-B5D8-FBF0C473AA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📁 Modular code architecture.</a:t>
          </a:r>
        </a:p>
      </dgm:t>
    </dgm:pt>
    <dgm:pt modelId="{EE13BD71-5994-4734-8F2D-8A8E9243ED9E}" type="parTrans" cxnId="{3DF10156-38E0-4236-B238-CCF816487E7D}">
      <dgm:prSet/>
      <dgm:spPr/>
      <dgm:t>
        <a:bodyPr/>
        <a:lstStyle/>
        <a:p>
          <a:endParaRPr lang="en-US"/>
        </a:p>
      </dgm:t>
    </dgm:pt>
    <dgm:pt modelId="{C9E4154A-C879-442C-AFE4-3B22BCD2BB60}" type="sibTrans" cxnId="{3DF10156-38E0-4236-B238-CCF816487E7D}">
      <dgm:prSet/>
      <dgm:spPr/>
      <dgm:t>
        <a:bodyPr/>
        <a:lstStyle/>
        <a:p>
          <a:endParaRPr lang="en-US"/>
        </a:p>
      </dgm:t>
    </dgm:pt>
    <dgm:pt modelId="{51F3C0D5-E803-4C7F-AC6B-C69AD9D606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⚙️ Environment-driven configuration.</a:t>
          </a:r>
        </a:p>
      </dgm:t>
    </dgm:pt>
    <dgm:pt modelId="{7CE702B0-CA73-46BC-9441-DB899C88F695}" type="parTrans" cxnId="{B37744A2-7669-49BC-9BB5-C66F91FFBA7C}">
      <dgm:prSet/>
      <dgm:spPr/>
      <dgm:t>
        <a:bodyPr/>
        <a:lstStyle/>
        <a:p>
          <a:endParaRPr lang="en-US"/>
        </a:p>
      </dgm:t>
    </dgm:pt>
    <dgm:pt modelId="{AA2AFE00-DC5F-4FB3-B1DF-94E0F41CE8A4}" type="sibTrans" cxnId="{B37744A2-7669-49BC-9BB5-C66F91FFBA7C}">
      <dgm:prSet/>
      <dgm:spPr/>
      <dgm:t>
        <a:bodyPr/>
        <a:lstStyle/>
        <a:p>
          <a:endParaRPr lang="en-US"/>
        </a:p>
      </dgm:t>
    </dgm:pt>
    <dgm:pt modelId="{11F8C7B5-9150-4210-8261-F3DD4A2E17CE}" type="pres">
      <dgm:prSet presAssocID="{36DEF321-4CA8-45E0-A71F-27EEB8612960}" presName="root" presStyleCnt="0">
        <dgm:presLayoutVars>
          <dgm:dir/>
          <dgm:resizeHandles val="exact"/>
        </dgm:presLayoutVars>
      </dgm:prSet>
      <dgm:spPr/>
    </dgm:pt>
    <dgm:pt modelId="{4E5ACFE4-6E6D-4BBE-B1C7-60A58493A23E}" type="pres">
      <dgm:prSet presAssocID="{10522826-D21D-467B-AFB5-BEDC816243E6}" presName="compNode" presStyleCnt="0"/>
      <dgm:spPr/>
    </dgm:pt>
    <dgm:pt modelId="{A081FE12-D8D9-440D-AB57-450F28B6473C}" type="pres">
      <dgm:prSet presAssocID="{10522826-D21D-467B-AFB5-BEDC816243E6}" presName="bgRect" presStyleLbl="bgShp" presStyleIdx="0" presStyleCnt="5"/>
      <dgm:spPr/>
    </dgm:pt>
    <dgm:pt modelId="{C754F9C5-D7C3-4A94-ACF6-24823B1F76EA}" type="pres">
      <dgm:prSet presAssocID="{10522826-D21D-467B-AFB5-BEDC816243E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CC333A2-2281-40A6-B1DC-793F02027685}" type="pres">
      <dgm:prSet presAssocID="{10522826-D21D-467B-AFB5-BEDC816243E6}" presName="spaceRect" presStyleCnt="0"/>
      <dgm:spPr/>
    </dgm:pt>
    <dgm:pt modelId="{08960051-0755-43D5-A000-7E0C97778E9F}" type="pres">
      <dgm:prSet presAssocID="{10522826-D21D-467B-AFB5-BEDC816243E6}" presName="parTx" presStyleLbl="revTx" presStyleIdx="0" presStyleCnt="5">
        <dgm:presLayoutVars>
          <dgm:chMax val="0"/>
          <dgm:chPref val="0"/>
        </dgm:presLayoutVars>
      </dgm:prSet>
      <dgm:spPr/>
    </dgm:pt>
    <dgm:pt modelId="{37FF11CB-433E-4CB0-99DB-F6DE71EA600E}" type="pres">
      <dgm:prSet presAssocID="{C3CF5993-DBDE-4D67-91C4-972B4B4C84E1}" presName="sibTrans" presStyleCnt="0"/>
      <dgm:spPr/>
    </dgm:pt>
    <dgm:pt modelId="{15AE0925-D5EA-4EB9-A73E-B7A17720BE35}" type="pres">
      <dgm:prSet presAssocID="{96F63F24-B9D1-40A2-9AC9-BE79B9E7A135}" presName="compNode" presStyleCnt="0"/>
      <dgm:spPr/>
    </dgm:pt>
    <dgm:pt modelId="{D59A5AC4-D18F-4895-97AD-B7BD487A4F44}" type="pres">
      <dgm:prSet presAssocID="{96F63F24-B9D1-40A2-9AC9-BE79B9E7A135}" presName="bgRect" presStyleLbl="bgShp" presStyleIdx="1" presStyleCnt="5"/>
      <dgm:spPr/>
    </dgm:pt>
    <dgm:pt modelId="{19F2DA8F-0270-47FE-8C37-1D8E40D42846}" type="pres">
      <dgm:prSet presAssocID="{96F63F24-B9D1-40A2-9AC9-BE79B9E7A13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85235DCA-E7E1-446B-82FE-E04200804C4F}" type="pres">
      <dgm:prSet presAssocID="{96F63F24-B9D1-40A2-9AC9-BE79B9E7A135}" presName="spaceRect" presStyleCnt="0"/>
      <dgm:spPr/>
    </dgm:pt>
    <dgm:pt modelId="{060F4C36-D54F-4F6A-90B7-5054F7BA6875}" type="pres">
      <dgm:prSet presAssocID="{96F63F24-B9D1-40A2-9AC9-BE79B9E7A135}" presName="parTx" presStyleLbl="revTx" presStyleIdx="1" presStyleCnt="5">
        <dgm:presLayoutVars>
          <dgm:chMax val="0"/>
          <dgm:chPref val="0"/>
        </dgm:presLayoutVars>
      </dgm:prSet>
      <dgm:spPr/>
    </dgm:pt>
    <dgm:pt modelId="{AF59B788-307A-4319-A0EB-47D42911E79B}" type="pres">
      <dgm:prSet presAssocID="{0FD92F22-17F2-40FB-B050-2517FC45DCA1}" presName="sibTrans" presStyleCnt="0"/>
      <dgm:spPr/>
    </dgm:pt>
    <dgm:pt modelId="{92DD32BA-27C6-450A-A1E7-277C4F566B79}" type="pres">
      <dgm:prSet presAssocID="{7E935BC2-9797-4904-97C0-40F6CAF240E2}" presName="compNode" presStyleCnt="0"/>
      <dgm:spPr/>
    </dgm:pt>
    <dgm:pt modelId="{5157894F-E3A1-4BE9-916F-1F8A33CDFCA7}" type="pres">
      <dgm:prSet presAssocID="{7E935BC2-9797-4904-97C0-40F6CAF240E2}" presName="bgRect" presStyleLbl="bgShp" presStyleIdx="2" presStyleCnt="5"/>
      <dgm:spPr/>
    </dgm:pt>
    <dgm:pt modelId="{340E19D1-8AA8-47A4-8735-2A27CC036F0C}" type="pres">
      <dgm:prSet presAssocID="{7E935BC2-9797-4904-97C0-40F6CAF240E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F53B12E-0C8F-43FB-86A5-688261EFEB51}" type="pres">
      <dgm:prSet presAssocID="{7E935BC2-9797-4904-97C0-40F6CAF240E2}" presName="spaceRect" presStyleCnt="0"/>
      <dgm:spPr/>
    </dgm:pt>
    <dgm:pt modelId="{70647A5F-A0A1-4356-9470-4C9D9435F827}" type="pres">
      <dgm:prSet presAssocID="{7E935BC2-9797-4904-97C0-40F6CAF240E2}" presName="parTx" presStyleLbl="revTx" presStyleIdx="2" presStyleCnt="5">
        <dgm:presLayoutVars>
          <dgm:chMax val="0"/>
          <dgm:chPref val="0"/>
        </dgm:presLayoutVars>
      </dgm:prSet>
      <dgm:spPr/>
    </dgm:pt>
    <dgm:pt modelId="{35FFF8FC-C4AA-410D-B7EF-CCD44A674ABD}" type="pres">
      <dgm:prSet presAssocID="{39537E0F-AC0C-46E8-9BBB-240820873557}" presName="sibTrans" presStyleCnt="0"/>
      <dgm:spPr/>
    </dgm:pt>
    <dgm:pt modelId="{A9489495-5C7F-485D-A72A-A6F7C6A2F4AA}" type="pres">
      <dgm:prSet presAssocID="{1F3FBB0E-7F08-48A6-B5D8-FBF0C473AA3B}" presName="compNode" presStyleCnt="0"/>
      <dgm:spPr/>
    </dgm:pt>
    <dgm:pt modelId="{5F45923F-06A0-4283-857F-3EEBD29D6512}" type="pres">
      <dgm:prSet presAssocID="{1F3FBB0E-7F08-48A6-B5D8-FBF0C473AA3B}" presName="bgRect" presStyleLbl="bgShp" presStyleIdx="3" presStyleCnt="5"/>
      <dgm:spPr/>
    </dgm:pt>
    <dgm:pt modelId="{482541BD-93DA-457A-A862-CF3DC633932B}" type="pres">
      <dgm:prSet presAssocID="{1F3FBB0E-7F08-48A6-B5D8-FBF0C473AA3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7E3CF17-C604-408C-AC3D-B58810CD4636}" type="pres">
      <dgm:prSet presAssocID="{1F3FBB0E-7F08-48A6-B5D8-FBF0C473AA3B}" presName="spaceRect" presStyleCnt="0"/>
      <dgm:spPr/>
    </dgm:pt>
    <dgm:pt modelId="{FAEF3977-58C3-411B-93E3-E039A94E6668}" type="pres">
      <dgm:prSet presAssocID="{1F3FBB0E-7F08-48A6-B5D8-FBF0C473AA3B}" presName="parTx" presStyleLbl="revTx" presStyleIdx="3" presStyleCnt="5">
        <dgm:presLayoutVars>
          <dgm:chMax val="0"/>
          <dgm:chPref val="0"/>
        </dgm:presLayoutVars>
      </dgm:prSet>
      <dgm:spPr/>
    </dgm:pt>
    <dgm:pt modelId="{7309E2EC-3DA8-44E3-BC91-F3F481E28B16}" type="pres">
      <dgm:prSet presAssocID="{C9E4154A-C879-442C-AFE4-3B22BCD2BB60}" presName="sibTrans" presStyleCnt="0"/>
      <dgm:spPr/>
    </dgm:pt>
    <dgm:pt modelId="{0AA4C167-8C41-4234-9F2A-0AD87D2804FD}" type="pres">
      <dgm:prSet presAssocID="{51F3C0D5-E803-4C7F-AC6B-C69AD9D606F6}" presName="compNode" presStyleCnt="0"/>
      <dgm:spPr/>
    </dgm:pt>
    <dgm:pt modelId="{5D372045-DF2F-40F1-AA41-7B0B01631306}" type="pres">
      <dgm:prSet presAssocID="{51F3C0D5-E803-4C7F-AC6B-C69AD9D606F6}" presName="bgRect" presStyleLbl="bgShp" presStyleIdx="4" presStyleCnt="5"/>
      <dgm:spPr/>
    </dgm:pt>
    <dgm:pt modelId="{F583B05C-DCBF-455F-A525-C6B87508FF41}" type="pres">
      <dgm:prSet presAssocID="{51F3C0D5-E803-4C7F-AC6B-C69AD9D606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6845611-F6E7-4212-96EF-BB2FC9C455E2}" type="pres">
      <dgm:prSet presAssocID="{51F3C0D5-E803-4C7F-AC6B-C69AD9D606F6}" presName="spaceRect" presStyleCnt="0"/>
      <dgm:spPr/>
    </dgm:pt>
    <dgm:pt modelId="{E29D4D82-B378-4F35-AE18-41F12B847687}" type="pres">
      <dgm:prSet presAssocID="{51F3C0D5-E803-4C7F-AC6B-C69AD9D606F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DEDC40D-5F1F-4E6F-87CB-2342BA74AEAA}" srcId="{36DEF321-4CA8-45E0-A71F-27EEB8612960}" destId="{7E935BC2-9797-4904-97C0-40F6CAF240E2}" srcOrd="2" destOrd="0" parTransId="{5AF88A05-F3E0-427E-B498-0E6E08C67AFE}" sibTransId="{39537E0F-AC0C-46E8-9BBB-240820873557}"/>
    <dgm:cxn modelId="{519B0F31-E4E5-47B6-A482-63ACF3B65EF2}" type="presOf" srcId="{1F3FBB0E-7F08-48A6-B5D8-FBF0C473AA3B}" destId="{FAEF3977-58C3-411B-93E3-E039A94E6668}" srcOrd="0" destOrd="0" presId="urn:microsoft.com/office/officeart/2018/2/layout/IconVerticalSolidList"/>
    <dgm:cxn modelId="{447FBE35-A3AA-4A74-813C-6C9BC851DF80}" type="presOf" srcId="{96F63F24-B9D1-40A2-9AC9-BE79B9E7A135}" destId="{060F4C36-D54F-4F6A-90B7-5054F7BA6875}" srcOrd="0" destOrd="0" presId="urn:microsoft.com/office/officeart/2018/2/layout/IconVerticalSolidList"/>
    <dgm:cxn modelId="{3DF10156-38E0-4236-B238-CCF816487E7D}" srcId="{36DEF321-4CA8-45E0-A71F-27EEB8612960}" destId="{1F3FBB0E-7F08-48A6-B5D8-FBF0C473AA3B}" srcOrd="3" destOrd="0" parTransId="{EE13BD71-5994-4734-8F2D-8A8E9243ED9E}" sibTransId="{C9E4154A-C879-442C-AFE4-3B22BCD2BB60}"/>
    <dgm:cxn modelId="{70E2E27F-1E85-4E9D-8AA9-C013DBB02184}" srcId="{36DEF321-4CA8-45E0-A71F-27EEB8612960}" destId="{96F63F24-B9D1-40A2-9AC9-BE79B9E7A135}" srcOrd="1" destOrd="0" parTransId="{CB8BE3EE-FA2B-46E2-9BCF-4A96349C268B}" sibTransId="{0FD92F22-17F2-40FB-B050-2517FC45DCA1}"/>
    <dgm:cxn modelId="{E0FC9694-7251-4A43-A53A-79BE00A6C86A}" srcId="{36DEF321-4CA8-45E0-A71F-27EEB8612960}" destId="{10522826-D21D-467B-AFB5-BEDC816243E6}" srcOrd="0" destOrd="0" parTransId="{0A265B5E-F179-4429-BC7F-4E9CC789D6C6}" sibTransId="{C3CF5993-DBDE-4D67-91C4-972B4B4C84E1}"/>
    <dgm:cxn modelId="{19138C97-F05D-4DA7-A709-CBDF650BCD20}" type="presOf" srcId="{51F3C0D5-E803-4C7F-AC6B-C69AD9D606F6}" destId="{E29D4D82-B378-4F35-AE18-41F12B847687}" srcOrd="0" destOrd="0" presId="urn:microsoft.com/office/officeart/2018/2/layout/IconVerticalSolidList"/>
    <dgm:cxn modelId="{B37744A2-7669-49BC-9BB5-C66F91FFBA7C}" srcId="{36DEF321-4CA8-45E0-A71F-27EEB8612960}" destId="{51F3C0D5-E803-4C7F-AC6B-C69AD9D606F6}" srcOrd="4" destOrd="0" parTransId="{7CE702B0-CA73-46BC-9441-DB899C88F695}" sibTransId="{AA2AFE00-DC5F-4FB3-B1DF-94E0F41CE8A4}"/>
    <dgm:cxn modelId="{19FE6EE3-E3C1-4D33-87A8-CD323511CA27}" type="presOf" srcId="{7E935BC2-9797-4904-97C0-40F6CAF240E2}" destId="{70647A5F-A0A1-4356-9470-4C9D9435F827}" srcOrd="0" destOrd="0" presId="urn:microsoft.com/office/officeart/2018/2/layout/IconVerticalSolidList"/>
    <dgm:cxn modelId="{A35594F2-5D3C-4185-9791-26B4DAB75F26}" type="presOf" srcId="{10522826-D21D-467B-AFB5-BEDC816243E6}" destId="{08960051-0755-43D5-A000-7E0C97778E9F}" srcOrd="0" destOrd="0" presId="urn:microsoft.com/office/officeart/2018/2/layout/IconVerticalSolidList"/>
    <dgm:cxn modelId="{5F8A0CF3-95D7-4CC1-9C63-D0595E390158}" type="presOf" srcId="{36DEF321-4CA8-45E0-A71F-27EEB8612960}" destId="{11F8C7B5-9150-4210-8261-F3DD4A2E17CE}" srcOrd="0" destOrd="0" presId="urn:microsoft.com/office/officeart/2018/2/layout/IconVerticalSolidList"/>
    <dgm:cxn modelId="{021345B3-1473-4610-B2A3-362CCF1082DD}" type="presParOf" srcId="{11F8C7B5-9150-4210-8261-F3DD4A2E17CE}" destId="{4E5ACFE4-6E6D-4BBE-B1C7-60A58493A23E}" srcOrd="0" destOrd="0" presId="urn:microsoft.com/office/officeart/2018/2/layout/IconVerticalSolidList"/>
    <dgm:cxn modelId="{D7F8D47C-7467-49E4-BA5F-5F0399CEFAA7}" type="presParOf" srcId="{4E5ACFE4-6E6D-4BBE-B1C7-60A58493A23E}" destId="{A081FE12-D8D9-440D-AB57-450F28B6473C}" srcOrd="0" destOrd="0" presId="urn:microsoft.com/office/officeart/2018/2/layout/IconVerticalSolidList"/>
    <dgm:cxn modelId="{E247AAF0-DB9E-4882-975C-0EFD64738A84}" type="presParOf" srcId="{4E5ACFE4-6E6D-4BBE-B1C7-60A58493A23E}" destId="{C754F9C5-D7C3-4A94-ACF6-24823B1F76EA}" srcOrd="1" destOrd="0" presId="urn:microsoft.com/office/officeart/2018/2/layout/IconVerticalSolidList"/>
    <dgm:cxn modelId="{7F6E2EC7-6FEB-47E6-B184-0A35784F78EA}" type="presParOf" srcId="{4E5ACFE4-6E6D-4BBE-B1C7-60A58493A23E}" destId="{CCC333A2-2281-40A6-B1DC-793F02027685}" srcOrd="2" destOrd="0" presId="urn:microsoft.com/office/officeart/2018/2/layout/IconVerticalSolidList"/>
    <dgm:cxn modelId="{1BC6AE20-7D93-4818-BAF1-F17401F8111C}" type="presParOf" srcId="{4E5ACFE4-6E6D-4BBE-B1C7-60A58493A23E}" destId="{08960051-0755-43D5-A000-7E0C97778E9F}" srcOrd="3" destOrd="0" presId="urn:microsoft.com/office/officeart/2018/2/layout/IconVerticalSolidList"/>
    <dgm:cxn modelId="{692766C2-7F42-48B4-ADCC-36E1E57581F9}" type="presParOf" srcId="{11F8C7B5-9150-4210-8261-F3DD4A2E17CE}" destId="{37FF11CB-433E-4CB0-99DB-F6DE71EA600E}" srcOrd="1" destOrd="0" presId="urn:microsoft.com/office/officeart/2018/2/layout/IconVerticalSolidList"/>
    <dgm:cxn modelId="{4CB763C8-2E96-403C-8417-E098E5A0BC8F}" type="presParOf" srcId="{11F8C7B5-9150-4210-8261-F3DD4A2E17CE}" destId="{15AE0925-D5EA-4EB9-A73E-B7A17720BE35}" srcOrd="2" destOrd="0" presId="urn:microsoft.com/office/officeart/2018/2/layout/IconVerticalSolidList"/>
    <dgm:cxn modelId="{F67CCD51-A14F-452F-BFD5-824BC8AEB25C}" type="presParOf" srcId="{15AE0925-D5EA-4EB9-A73E-B7A17720BE35}" destId="{D59A5AC4-D18F-4895-97AD-B7BD487A4F44}" srcOrd="0" destOrd="0" presId="urn:microsoft.com/office/officeart/2018/2/layout/IconVerticalSolidList"/>
    <dgm:cxn modelId="{4AE1A8FA-F843-450F-8D10-09005423F690}" type="presParOf" srcId="{15AE0925-D5EA-4EB9-A73E-B7A17720BE35}" destId="{19F2DA8F-0270-47FE-8C37-1D8E40D42846}" srcOrd="1" destOrd="0" presId="urn:microsoft.com/office/officeart/2018/2/layout/IconVerticalSolidList"/>
    <dgm:cxn modelId="{C05ADCDE-D0E9-42AB-ACE9-513B13FD1C0F}" type="presParOf" srcId="{15AE0925-D5EA-4EB9-A73E-B7A17720BE35}" destId="{85235DCA-E7E1-446B-82FE-E04200804C4F}" srcOrd="2" destOrd="0" presId="urn:microsoft.com/office/officeart/2018/2/layout/IconVerticalSolidList"/>
    <dgm:cxn modelId="{6B9E37A6-F164-42D4-9B9C-576139B862FE}" type="presParOf" srcId="{15AE0925-D5EA-4EB9-A73E-B7A17720BE35}" destId="{060F4C36-D54F-4F6A-90B7-5054F7BA6875}" srcOrd="3" destOrd="0" presId="urn:microsoft.com/office/officeart/2018/2/layout/IconVerticalSolidList"/>
    <dgm:cxn modelId="{C03D1610-BD91-4F37-9316-AEE289274594}" type="presParOf" srcId="{11F8C7B5-9150-4210-8261-F3DD4A2E17CE}" destId="{AF59B788-307A-4319-A0EB-47D42911E79B}" srcOrd="3" destOrd="0" presId="urn:microsoft.com/office/officeart/2018/2/layout/IconVerticalSolidList"/>
    <dgm:cxn modelId="{BE00F9EB-5131-42C8-AC9A-D933AD7B3AE3}" type="presParOf" srcId="{11F8C7B5-9150-4210-8261-F3DD4A2E17CE}" destId="{92DD32BA-27C6-450A-A1E7-277C4F566B79}" srcOrd="4" destOrd="0" presId="urn:microsoft.com/office/officeart/2018/2/layout/IconVerticalSolidList"/>
    <dgm:cxn modelId="{C2D46B9B-1B65-4690-926D-4389DEB369C7}" type="presParOf" srcId="{92DD32BA-27C6-450A-A1E7-277C4F566B79}" destId="{5157894F-E3A1-4BE9-916F-1F8A33CDFCA7}" srcOrd="0" destOrd="0" presId="urn:microsoft.com/office/officeart/2018/2/layout/IconVerticalSolidList"/>
    <dgm:cxn modelId="{F66A4C49-BBF7-41ED-8F6C-D26954378812}" type="presParOf" srcId="{92DD32BA-27C6-450A-A1E7-277C4F566B79}" destId="{340E19D1-8AA8-47A4-8735-2A27CC036F0C}" srcOrd="1" destOrd="0" presId="urn:microsoft.com/office/officeart/2018/2/layout/IconVerticalSolidList"/>
    <dgm:cxn modelId="{3E52E006-50DD-468D-BB0C-02E1F242F57D}" type="presParOf" srcId="{92DD32BA-27C6-450A-A1E7-277C4F566B79}" destId="{3F53B12E-0C8F-43FB-86A5-688261EFEB51}" srcOrd="2" destOrd="0" presId="urn:microsoft.com/office/officeart/2018/2/layout/IconVerticalSolidList"/>
    <dgm:cxn modelId="{3DA9FF65-4BE4-4AD7-A1BB-F592C3323A40}" type="presParOf" srcId="{92DD32BA-27C6-450A-A1E7-277C4F566B79}" destId="{70647A5F-A0A1-4356-9470-4C9D9435F827}" srcOrd="3" destOrd="0" presId="urn:microsoft.com/office/officeart/2018/2/layout/IconVerticalSolidList"/>
    <dgm:cxn modelId="{658EDB93-FD61-4A30-9DC2-74FF786A13BD}" type="presParOf" srcId="{11F8C7B5-9150-4210-8261-F3DD4A2E17CE}" destId="{35FFF8FC-C4AA-410D-B7EF-CCD44A674ABD}" srcOrd="5" destOrd="0" presId="urn:microsoft.com/office/officeart/2018/2/layout/IconVerticalSolidList"/>
    <dgm:cxn modelId="{2AE994B5-439D-4B81-91AD-525968E9606F}" type="presParOf" srcId="{11F8C7B5-9150-4210-8261-F3DD4A2E17CE}" destId="{A9489495-5C7F-485D-A72A-A6F7C6A2F4AA}" srcOrd="6" destOrd="0" presId="urn:microsoft.com/office/officeart/2018/2/layout/IconVerticalSolidList"/>
    <dgm:cxn modelId="{9CAE4830-D449-4512-931D-546EC19AA9E0}" type="presParOf" srcId="{A9489495-5C7F-485D-A72A-A6F7C6A2F4AA}" destId="{5F45923F-06A0-4283-857F-3EEBD29D6512}" srcOrd="0" destOrd="0" presId="urn:microsoft.com/office/officeart/2018/2/layout/IconVerticalSolidList"/>
    <dgm:cxn modelId="{27539404-D0F5-4F2E-B3BC-3BF2EA0EB8A1}" type="presParOf" srcId="{A9489495-5C7F-485D-A72A-A6F7C6A2F4AA}" destId="{482541BD-93DA-457A-A862-CF3DC633932B}" srcOrd="1" destOrd="0" presId="urn:microsoft.com/office/officeart/2018/2/layout/IconVerticalSolidList"/>
    <dgm:cxn modelId="{2D628DEB-E817-4240-8C41-C8901E49C016}" type="presParOf" srcId="{A9489495-5C7F-485D-A72A-A6F7C6A2F4AA}" destId="{17E3CF17-C604-408C-AC3D-B58810CD4636}" srcOrd="2" destOrd="0" presId="urn:microsoft.com/office/officeart/2018/2/layout/IconVerticalSolidList"/>
    <dgm:cxn modelId="{41E86E3C-ABC4-40E2-9848-F084DAD95DF8}" type="presParOf" srcId="{A9489495-5C7F-485D-A72A-A6F7C6A2F4AA}" destId="{FAEF3977-58C3-411B-93E3-E039A94E6668}" srcOrd="3" destOrd="0" presId="urn:microsoft.com/office/officeart/2018/2/layout/IconVerticalSolidList"/>
    <dgm:cxn modelId="{E9B07158-E328-40E6-9513-F3986A4EB94C}" type="presParOf" srcId="{11F8C7B5-9150-4210-8261-F3DD4A2E17CE}" destId="{7309E2EC-3DA8-44E3-BC91-F3F481E28B16}" srcOrd="7" destOrd="0" presId="urn:microsoft.com/office/officeart/2018/2/layout/IconVerticalSolidList"/>
    <dgm:cxn modelId="{66CF1DAE-175F-45C9-BDDC-7524C4220BA9}" type="presParOf" srcId="{11F8C7B5-9150-4210-8261-F3DD4A2E17CE}" destId="{0AA4C167-8C41-4234-9F2A-0AD87D2804FD}" srcOrd="8" destOrd="0" presId="urn:microsoft.com/office/officeart/2018/2/layout/IconVerticalSolidList"/>
    <dgm:cxn modelId="{764E8672-9C07-447C-8349-929C8B832E27}" type="presParOf" srcId="{0AA4C167-8C41-4234-9F2A-0AD87D2804FD}" destId="{5D372045-DF2F-40F1-AA41-7B0B01631306}" srcOrd="0" destOrd="0" presId="urn:microsoft.com/office/officeart/2018/2/layout/IconVerticalSolidList"/>
    <dgm:cxn modelId="{3EB7FC39-5CC9-4500-A3E0-166608036DDF}" type="presParOf" srcId="{0AA4C167-8C41-4234-9F2A-0AD87D2804FD}" destId="{F583B05C-DCBF-455F-A525-C6B87508FF41}" srcOrd="1" destOrd="0" presId="urn:microsoft.com/office/officeart/2018/2/layout/IconVerticalSolidList"/>
    <dgm:cxn modelId="{11B9A266-7186-4EFB-BA52-8EFFEB6B6E7D}" type="presParOf" srcId="{0AA4C167-8C41-4234-9F2A-0AD87D2804FD}" destId="{96845611-F6E7-4212-96EF-BB2FC9C455E2}" srcOrd="2" destOrd="0" presId="urn:microsoft.com/office/officeart/2018/2/layout/IconVerticalSolidList"/>
    <dgm:cxn modelId="{B5988927-C7D0-4C7F-9E74-E17C484D1978}" type="presParOf" srcId="{0AA4C167-8C41-4234-9F2A-0AD87D2804FD}" destId="{E29D4D82-B378-4F35-AE18-41F12B8476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834DFD-FD5D-4B70-9B9E-781C08DBC8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56609D-C40C-4290-93B2-46C1ED531A99}">
      <dgm:prSet/>
      <dgm:spPr/>
      <dgm:t>
        <a:bodyPr/>
        <a:lstStyle/>
        <a:p>
          <a:r>
            <a:rPr lang="en-US"/>
            <a:t>🐳 Docker Compose setup for FastAPI + MySQL + Streamlit.</a:t>
          </a:r>
        </a:p>
      </dgm:t>
    </dgm:pt>
    <dgm:pt modelId="{9166252E-1B5A-4F9D-9687-3C0DF2B66CCC}" type="parTrans" cxnId="{C093B16F-364E-4A60-A1D4-7E264A7B66A8}">
      <dgm:prSet/>
      <dgm:spPr/>
      <dgm:t>
        <a:bodyPr/>
        <a:lstStyle/>
        <a:p>
          <a:endParaRPr lang="en-US"/>
        </a:p>
      </dgm:t>
    </dgm:pt>
    <dgm:pt modelId="{6F1BDEA1-C9C1-4F74-A7C7-DA16A976581B}" type="sibTrans" cxnId="{C093B16F-364E-4A60-A1D4-7E264A7B66A8}">
      <dgm:prSet/>
      <dgm:spPr/>
      <dgm:t>
        <a:bodyPr/>
        <a:lstStyle/>
        <a:p>
          <a:endParaRPr lang="en-US"/>
        </a:p>
      </dgm:t>
    </dgm:pt>
    <dgm:pt modelId="{CE592B43-AA3A-4E5E-89A5-75A2DEAA9A6A}">
      <dgm:prSet/>
      <dgm:spPr/>
      <dgm:t>
        <a:bodyPr/>
        <a:lstStyle/>
        <a:p>
          <a:r>
            <a:rPr lang="en-US"/>
            <a:t>🧪 pytest for API validation.</a:t>
          </a:r>
        </a:p>
      </dgm:t>
    </dgm:pt>
    <dgm:pt modelId="{51C676B7-428F-4743-9BB6-EEDCD5066D1B}" type="parTrans" cxnId="{4FC4A0CC-35AD-414D-A6C0-347695BE1939}">
      <dgm:prSet/>
      <dgm:spPr/>
      <dgm:t>
        <a:bodyPr/>
        <a:lstStyle/>
        <a:p>
          <a:endParaRPr lang="en-US"/>
        </a:p>
      </dgm:t>
    </dgm:pt>
    <dgm:pt modelId="{27D4F07C-B9CD-4597-B51F-D2A4C61E02D9}" type="sibTrans" cxnId="{4FC4A0CC-35AD-414D-A6C0-347695BE1939}">
      <dgm:prSet/>
      <dgm:spPr/>
      <dgm:t>
        <a:bodyPr/>
        <a:lstStyle/>
        <a:p>
          <a:endParaRPr lang="en-US"/>
        </a:p>
      </dgm:t>
    </dgm:pt>
    <dgm:pt modelId="{1F95933A-3780-4146-A14F-6E5E77E09C83}">
      <dgm:prSet/>
      <dgm:spPr/>
      <dgm:t>
        <a:bodyPr/>
        <a:lstStyle/>
        <a:p>
          <a:r>
            <a:rPr lang="en-US"/>
            <a:t>✅ Black, flake8, and pre-commit hooks.</a:t>
          </a:r>
        </a:p>
      </dgm:t>
    </dgm:pt>
    <dgm:pt modelId="{D76D9047-3C18-495B-ABA2-21AF2D95B548}" type="parTrans" cxnId="{F04CA75A-E3C5-4407-8442-E20DB2798A31}">
      <dgm:prSet/>
      <dgm:spPr/>
      <dgm:t>
        <a:bodyPr/>
        <a:lstStyle/>
        <a:p>
          <a:endParaRPr lang="en-US"/>
        </a:p>
      </dgm:t>
    </dgm:pt>
    <dgm:pt modelId="{7027C4B8-6A40-4CAD-A422-CE9ED6B13231}" type="sibTrans" cxnId="{F04CA75A-E3C5-4407-8442-E20DB2798A31}">
      <dgm:prSet/>
      <dgm:spPr/>
      <dgm:t>
        <a:bodyPr/>
        <a:lstStyle/>
        <a:p>
          <a:endParaRPr lang="en-US"/>
        </a:p>
      </dgm:t>
    </dgm:pt>
    <dgm:pt modelId="{439B6D6D-2BFB-404B-BE67-96891749B261}" type="pres">
      <dgm:prSet presAssocID="{A2834DFD-FD5D-4B70-9B9E-781C08DBC887}" presName="root" presStyleCnt="0">
        <dgm:presLayoutVars>
          <dgm:dir/>
          <dgm:resizeHandles val="exact"/>
        </dgm:presLayoutVars>
      </dgm:prSet>
      <dgm:spPr/>
    </dgm:pt>
    <dgm:pt modelId="{1B492A51-EFC9-4F96-83D2-995079CF65B3}" type="pres">
      <dgm:prSet presAssocID="{1356609D-C40C-4290-93B2-46C1ED531A99}" presName="compNode" presStyleCnt="0"/>
      <dgm:spPr/>
    </dgm:pt>
    <dgm:pt modelId="{F407B5F9-E6FF-46A9-B624-1D0B201D6CDB}" type="pres">
      <dgm:prSet presAssocID="{1356609D-C40C-4290-93B2-46C1ED531A99}" presName="bgRect" presStyleLbl="bgShp" presStyleIdx="0" presStyleCnt="3"/>
      <dgm:spPr/>
    </dgm:pt>
    <dgm:pt modelId="{EA32D883-F7A4-45F8-815F-01CB440FB243}" type="pres">
      <dgm:prSet presAssocID="{1356609D-C40C-4290-93B2-46C1ED531A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753A129-8703-4A50-920D-100D56F67D6D}" type="pres">
      <dgm:prSet presAssocID="{1356609D-C40C-4290-93B2-46C1ED531A99}" presName="spaceRect" presStyleCnt="0"/>
      <dgm:spPr/>
    </dgm:pt>
    <dgm:pt modelId="{F43C970A-CA11-47EC-84CF-494F576EB6BB}" type="pres">
      <dgm:prSet presAssocID="{1356609D-C40C-4290-93B2-46C1ED531A99}" presName="parTx" presStyleLbl="revTx" presStyleIdx="0" presStyleCnt="3">
        <dgm:presLayoutVars>
          <dgm:chMax val="0"/>
          <dgm:chPref val="0"/>
        </dgm:presLayoutVars>
      </dgm:prSet>
      <dgm:spPr/>
    </dgm:pt>
    <dgm:pt modelId="{C12FE012-784C-43DD-841E-EDD5E6581519}" type="pres">
      <dgm:prSet presAssocID="{6F1BDEA1-C9C1-4F74-A7C7-DA16A976581B}" presName="sibTrans" presStyleCnt="0"/>
      <dgm:spPr/>
    </dgm:pt>
    <dgm:pt modelId="{731733EF-9525-4FCD-9AB8-DA032E3BCE13}" type="pres">
      <dgm:prSet presAssocID="{CE592B43-AA3A-4E5E-89A5-75A2DEAA9A6A}" presName="compNode" presStyleCnt="0"/>
      <dgm:spPr/>
    </dgm:pt>
    <dgm:pt modelId="{C303D026-5349-4090-9D36-737735349FAB}" type="pres">
      <dgm:prSet presAssocID="{CE592B43-AA3A-4E5E-89A5-75A2DEAA9A6A}" presName="bgRect" presStyleLbl="bgShp" presStyleIdx="1" presStyleCnt="3"/>
      <dgm:spPr/>
    </dgm:pt>
    <dgm:pt modelId="{4270711B-4804-48D3-8791-9F1BBEB1491E}" type="pres">
      <dgm:prSet presAssocID="{CE592B43-AA3A-4E5E-89A5-75A2DEAA9A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57EFC28-217A-4D85-8B43-AC7E5B88B178}" type="pres">
      <dgm:prSet presAssocID="{CE592B43-AA3A-4E5E-89A5-75A2DEAA9A6A}" presName="spaceRect" presStyleCnt="0"/>
      <dgm:spPr/>
    </dgm:pt>
    <dgm:pt modelId="{4D07B027-C8F0-4B7B-8672-F9CF7CA3A5E0}" type="pres">
      <dgm:prSet presAssocID="{CE592B43-AA3A-4E5E-89A5-75A2DEAA9A6A}" presName="parTx" presStyleLbl="revTx" presStyleIdx="1" presStyleCnt="3">
        <dgm:presLayoutVars>
          <dgm:chMax val="0"/>
          <dgm:chPref val="0"/>
        </dgm:presLayoutVars>
      </dgm:prSet>
      <dgm:spPr/>
    </dgm:pt>
    <dgm:pt modelId="{5DF0FCBB-5CA2-45EE-9A07-3560DB0AF10A}" type="pres">
      <dgm:prSet presAssocID="{27D4F07C-B9CD-4597-B51F-D2A4C61E02D9}" presName="sibTrans" presStyleCnt="0"/>
      <dgm:spPr/>
    </dgm:pt>
    <dgm:pt modelId="{ABA038BF-9F6C-43B8-B8BD-2B43C4B04032}" type="pres">
      <dgm:prSet presAssocID="{1F95933A-3780-4146-A14F-6E5E77E09C83}" presName="compNode" presStyleCnt="0"/>
      <dgm:spPr/>
    </dgm:pt>
    <dgm:pt modelId="{44751B95-E777-442B-A0FA-5F7C1E565581}" type="pres">
      <dgm:prSet presAssocID="{1F95933A-3780-4146-A14F-6E5E77E09C83}" presName="bgRect" presStyleLbl="bgShp" presStyleIdx="2" presStyleCnt="3"/>
      <dgm:spPr/>
    </dgm:pt>
    <dgm:pt modelId="{A187C201-5AEB-4634-9258-6482E87F08DE}" type="pres">
      <dgm:prSet presAssocID="{1F95933A-3780-4146-A14F-6E5E77E09C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49904592-0615-41D4-BD8F-C99AF32ADEE7}" type="pres">
      <dgm:prSet presAssocID="{1F95933A-3780-4146-A14F-6E5E77E09C83}" presName="spaceRect" presStyleCnt="0"/>
      <dgm:spPr/>
    </dgm:pt>
    <dgm:pt modelId="{F268F319-F0FF-440B-978A-9030CBB9E316}" type="pres">
      <dgm:prSet presAssocID="{1F95933A-3780-4146-A14F-6E5E77E09C8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09A3136-6607-4035-BD49-749A0B45828C}" type="presOf" srcId="{CE592B43-AA3A-4E5E-89A5-75A2DEAA9A6A}" destId="{4D07B027-C8F0-4B7B-8672-F9CF7CA3A5E0}" srcOrd="0" destOrd="0" presId="urn:microsoft.com/office/officeart/2018/2/layout/IconVerticalSolidList"/>
    <dgm:cxn modelId="{47838E5D-435C-4D4F-A775-E630E227270C}" type="presOf" srcId="{A2834DFD-FD5D-4B70-9B9E-781C08DBC887}" destId="{439B6D6D-2BFB-404B-BE67-96891749B261}" srcOrd="0" destOrd="0" presId="urn:microsoft.com/office/officeart/2018/2/layout/IconVerticalSolidList"/>
    <dgm:cxn modelId="{0DBD0064-9D12-4F9F-981D-2BB2CA71D9B2}" type="presOf" srcId="{1F95933A-3780-4146-A14F-6E5E77E09C83}" destId="{F268F319-F0FF-440B-978A-9030CBB9E316}" srcOrd="0" destOrd="0" presId="urn:microsoft.com/office/officeart/2018/2/layout/IconVerticalSolidList"/>
    <dgm:cxn modelId="{C093B16F-364E-4A60-A1D4-7E264A7B66A8}" srcId="{A2834DFD-FD5D-4B70-9B9E-781C08DBC887}" destId="{1356609D-C40C-4290-93B2-46C1ED531A99}" srcOrd="0" destOrd="0" parTransId="{9166252E-1B5A-4F9D-9687-3C0DF2B66CCC}" sibTransId="{6F1BDEA1-C9C1-4F74-A7C7-DA16A976581B}"/>
    <dgm:cxn modelId="{F04CA75A-E3C5-4407-8442-E20DB2798A31}" srcId="{A2834DFD-FD5D-4B70-9B9E-781C08DBC887}" destId="{1F95933A-3780-4146-A14F-6E5E77E09C83}" srcOrd="2" destOrd="0" parTransId="{D76D9047-3C18-495B-ABA2-21AF2D95B548}" sibTransId="{7027C4B8-6A40-4CAD-A422-CE9ED6B13231}"/>
    <dgm:cxn modelId="{81A5C7B2-95B8-4F68-AD79-42793549338F}" type="presOf" srcId="{1356609D-C40C-4290-93B2-46C1ED531A99}" destId="{F43C970A-CA11-47EC-84CF-494F576EB6BB}" srcOrd="0" destOrd="0" presId="urn:microsoft.com/office/officeart/2018/2/layout/IconVerticalSolidList"/>
    <dgm:cxn modelId="{4FC4A0CC-35AD-414D-A6C0-347695BE1939}" srcId="{A2834DFD-FD5D-4B70-9B9E-781C08DBC887}" destId="{CE592B43-AA3A-4E5E-89A5-75A2DEAA9A6A}" srcOrd="1" destOrd="0" parTransId="{51C676B7-428F-4743-9BB6-EEDCD5066D1B}" sibTransId="{27D4F07C-B9CD-4597-B51F-D2A4C61E02D9}"/>
    <dgm:cxn modelId="{60D79852-93EF-4B4F-A4B3-F3EE2720A698}" type="presParOf" srcId="{439B6D6D-2BFB-404B-BE67-96891749B261}" destId="{1B492A51-EFC9-4F96-83D2-995079CF65B3}" srcOrd="0" destOrd="0" presId="urn:microsoft.com/office/officeart/2018/2/layout/IconVerticalSolidList"/>
    <dgm:cxn modelId="{FE58E5DE-EA70-4DFA-BD2B-E5E54D927DE6}" type="presParOf" srcId="{1B492A51-EFC9-4F96-83D2-995079CF65B3}" destId="{F407B5F9-E6FF-46A9-B624-1D0B201D6CDB}" srcOrd="0" destOrd="0" presId="urn:microsoft.com/office/officeart/2018/2/layout/IconVerticalSolidList"/>
    <dgm:cxn modelId="{28E32D5E-71AD-4956-945D-534848F5A364}" type="presParOf" srcId="{1B492A51-EFC9-4F96-83D2-995079CF65B3}" destId="{EA32D883-F7A4-45F8-815F-01CB440FB243}" srcOrd="1" destOrd="0" presId="urn:microsoft.com/office/officeart/2018/2/layout/IconVerticalSolidList"/>
    <dgm:cxn modelId="{BE6D35F9-00BE-46E4-A323-871068056C1B}" type="presParOf" srcId="{1B492A51-EFC9-4F96-83D2-995079CF65B3}" destId="{1753A129-8703-4A50-920D-100D56F67D6D}" srcOrd="2" destOrd="0" presId="urn:microsoft.com/office/officeart/2018/2/layout/IconVerticalSolidList"/>
    <dgm:cxn modelId="{1269F1F0-8744-46E4-949F-4B2567BAF180}" type="presParOf" srcId="{1B492A51-EFC9-4F96-83D2-995079CF65B3}" destId="{F43C970A-CA11-47EC-84CF-494F576EB6BB}" srcOrd="3" destOrd="0" presId="urn:microsoft.com/office/officeart/2018/2/layout/IconVerticalSolidList"/>
    <dgm:cxn modelId="{C4450968-2716-4B0D-958C-1673619BB46C}" type="presParOf" srcId="{439B6D6D-2BFB-404B-BE67-96891749B261}" destId="{C12FE012-784C-43DD-841E-EDD5E6581519}" srcOrd="1" destOrd="0" presId="urn:microsoft.com/office/officeart/2018/2/layout/IconVerticalSolidList"/>
    <dgm:cxn modelId="{986CE409-D9C7-4E93-8729-2751CB35B8D6}" type="presParOf" srcId="{439B6D6D-2BFB-404B-BE67-96891749B261}" destId="{731733EF-9525-4FCD-9AB8-DA032E3BCE13}" srcOrd="2" destOrd="0" presId="urn:microsoft.com/office/officeart/2018/2/layout/IconVerticalSolidList"/>
    <dgm:cxn modelId="{B0B43638-1317-4D5F-90D5-C25E234D9236}" type="presParOf" srcId="{731733EF-9525-4FCD-9AB8-DA032E3BCE13}" destId="{C303D026-5349-4090-9D36-737735349FAB}" srcOrd="0" destOrd="0" presId="urn:microsoft.com/office/officeart/2018/2/layout/IconVerticalSolidList"/>
    <dgm:cxn modelId="{BBCF41B4-023B-4EB8-86F0-AA4F76EA6848}" type="presParOf" srcId="{731733EF-9525-4FCD-9AB8-DA032E3BCE13}" destId="{4270711B-4804-48D3-8791-9F1BBEB1491E}" srcOrd="1" destOrd="0" presId="urn:microsoft.com/office/officeart/2018/2/layout/IconVerticalSolidList"/>
    <dgm:cxn modelId="{6B97C575-009F-4BC2-9DAF-B8AAC04D6A97}" type="presParOf" srcId="{731733EF-9525-4FCD-9AB8-DA032E3BCE13}" destId="{F57EFC28-217A-4D85-8B43-AC7E5B88B178}" srcOrd="2" destOrd="0" presId="urn:microsoft.com/office/officeart/2018/2/layout/IconVerticalSolidList"/>
    <dgm:cxn modelId="{12DEB660-A4C9-4F1D-B91F-05E1B5CB1BC3}" type="presParOf" srcId="{731733EF-9525-4FCD-9AB8-DA032E3BCE13}" destId="{4D07B027-C8F0-4B7B-8672-F9CF7CA3A5E0}" srcOrd="3" destOrd="0" presId="urn:microsoft.com/office/officeart/2018/2/layout/IconVerticalSolidList"/>
    <dgm:cxn modelId="{4B0E3AB2-7541-448D-8338-5DD86519768E}" type="presParOf" srcId="{439B6D6D-2BFB-404B-BE67-96891749B261}" destId="{5DF0FCBB-5CA2-45EE-9A07-3560DB0AF10A}" srcOrd="3" destOrd="0" presId="urn:microsoft.com/office/officeart/2018/2/layout/IconVerticalSolidList"/>
    <dgm:cxn modelId="{27422A98-1B7D-49A7-9E8B-671ED01260D8}" type="presParOf" srcId="{439B6D6D-2BFB-404B-BE67-96891749B261}" destId="{ABA038BF-9F6C-43B8-B8BD-2B43C4B04032}" srcOrd="4" destOrd="0" presId="urn:microsoft.com/office/officeart/2018/2/layout/IconVerticalSolidList"/>
    <dgm:cxn modelId="{0B9AB1AE-5E3C-4601-9027-B74FF9EAB5F0}" type="presParOf" srcId="{ABA038BF-9F6C-43B8-B8BD-2B43C4B04032}" destId="{44751B95-E777-442B-A0FA-5F7C1E565581}" srcOrd="0" destOrd="0" presId="urn:microsoft.com/office/officeart/2018/2/layout/IconVerticalSolidList"/>
    <dgm:cxn modelId="{D429B935-39CC-482D-881E-52CF1C4194BF}" type="presParOf" srcId="{ABA038BF-9F6C-43B8-B8BD-2B43C4B04032}" destId="{A187C201-5AEB-4634-9258-6482E87F08DE}" srcOrd="1" destOrd="0" presId="urn:microsoft.com/office/officeart/2018/2/layout/IconVerticalSolidList"/>
    <dgm:cxn modelId="{9DD751C2-CB0D-4DC5-8181-DC5ECA4BB3D3}" type="presParOf" srcId="{ABA038BF-9F6C-43B8-B8BD-2B43C4B04032}" destId="{49904592-0615-41D4-BD8F-C99AF32ADEE7}" srcOrd="2" destOrd="0" presId="urn:microsoft.com/office/officeart/2018/2/layout/IconVerticalSolidList"/>
    <dgm:cxn modelId="{96B5D485-3ADC-4C89-9B88-72D34016AED4}" type="presParOf" srcId="{ABA038BF-9F6C-43B8-B8BD-2B43C4B04032}" destId="{F268F319-F0FF-440B-978A-9030CBB9E3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044FD-556C-4C1F-8C3E-D8B03C5CB1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29BB73-4477-43E1-A64D-E9B082465E3A}">
      <dgm:prSet/>
      <dgm:spPr/>
      <dgm:t>
        <a:bodyPr/>
        <a:lstStyle/>
        <a:p>
          <a:r>
            <a:rPr lang="en-US"/>
            <a:t>📈 AI-driven spending predictions.</a:t>
          </a:r>
        </a:p>
      </dgm:t>
    </dgm:pt>
    <dgm:pt modelId="{0319EFFE-2531-499B-9076-CCE287CC44BD}" type="parTrans" cxnId="{FF3CB126-E43A-4424-BB1A-5BE377E5A0D9}">
      <dgm:prSet/>
      <dgm:spPr/>
      <dgm:t>
        <a:bodyPr/>
        <a:lstStyle/>
        <a:p>
          <a:endParaRPr lang="en-US"/>
        </a:p>
      </dgm:t>
    </dgm:pt>
    <dgm:pt modelId="{FBCB7C5A-0024-4787-AEBF-0714BD3B4DDD}" type="sibTrans" cxnId="{FF3CB126-E43A-4424-BB1A-5BE377E5A0D9}">
      <dgm:prSet/>
      <dgm:spPr/>
      <dgm:t>
        <a:bodyPr/>
        <a:lstStyle/>
        <a:p>
          <a:endParaRPr lang="en-US"/>
        </a:p>
      </dgm:t>
    </dgm:pt>
    <dgm:pt modelId="{CAA62EAD-8007-4721-A0F7-ABD9B1353F38}">
      <dgm:prSet/>
      <dgm:spPr/>
      <dgm:t>
        <a:bodyPr/>
        <a:lstStyle/>
        <a:p>
          <a:r>
            <a:rPr lang="en-US"/>
            <a:t>📤 PDF/Excel report exports.</a:t>
          </a:r>
        </a:p>
      </dgm:t>
    </dgm:pt>
    <dgm:pt modelId="{32E4B15F-4670-492E-950F-D31CA2E6559E}" type="parTrans" cxnId="{AF8E21F1-AD10-44AB-92DF-2304D1A431C4}">
      <dgm:prSet/>
      <dgm:spPr/>
      <dgm:t>
        <a:bodyPr/>
        <a:lstStyle/>
        <a:p>
          <a:endParaRPr lang="en-US"/>
        </a:p>
      </dgm:t>
    </dgm:pt>
    <dgm:pt modelId="{17B39FEE-AA7D-484A-BDF5-61EDCF4110A4}" type="sibTrans" cxnId="{AF8E21F1-AD10-44AB-92DF-2304D1A431C4}">
      <dgm:prSet/>
      <dgm:spPr/>
      <dgm:t>
        <a:bodyPr/>
        <a:lstStyle/>
        <a:p>
          <a:endParaRPr lang="en-US"/>
        </a:p>
      </dgm:t>
    </dgm:pt>
    <dgm:pt modelId="{029A27F3-1BC4-4DC0-B780-1E90F3C9A4C6}">
      <dgm:prSet/>
      <dgm:spPr/>
      <dgm:t>
        <a:bodyPr/>
        <a:lstStyle/>
        <a:p>
          <a:r>
            <a:rPr lang="en-US"/>
            <a:t>📱 Mobile-friendly dashboard.</a:t>
          </a:r>
        </a:p>
      </dgm:t>
    </dgm:pt>
    <dgm:pt modelId="{0F5E9489-595D-4B4D-B8F8-3AFA6AA9ACC5}" type="parTrans" cxnId="{9985C767-FF06-4629-BC37-4B1D06433EEE}">
      <dgm:prSet/>
      <dgm:spPr/>
      <dgm:t>
        <a:bodyPr/>
        <a:lstStyle/>
        <a:p>
          <a:endParaRPr lang="en-US"/>
        </a:p>
      </dgm:t>
    </dgm:pt>
    <dgm:pt modelId="{647AF1AF-941D-4A73-9C7E-9C0018048BE2}" type="sibTrans" cxnId="{9985C767-FF06-4629-BC37-4B1D06433EEE}">
      <dgm:prSet/>
      <dgm:spPr/>
      <dgm:t>
        <a:bodyPr/>
        <a:lstStyle/>
        <a:p>
          <a:endParaRPr lang="en-US"/>
        </a:p>
      </dgm:t>
    </dgm:pt>
    <dgm:pt modelId="{942DB934-398C-4B59-8692-8FCBC51320BD}" type="pres">
      <dgm:prSet presAssocID="{634044FD-556C-4C1F-8C3E-D8B03C5CB192}" presName="root" presStyleCnt="0">
        <dgm:presLayoutVars>
          <dgm:dir/>
          <dgm:resizeHandles val="exact"/>
        </dgm:presLayoutVars>
      </dgm:prSet>
      <dgm:spPr/>
    </dgm:pt>
    <dgm:pt modelId="{DA1EAA4E-89F0-40F4-9153-135384AF27CD}" type="pres">
      <dgm:prSet presAssocID="{D929BB73-4477-43E1-A64D-E9B082465E3A}" presName="compNode" presStyleCnt="0"/>
      <dgm:spPr/>
    </dgm:pt>
    <dgm:pt modelId="{6426D77C-635B-4690-8143-23BDA6696C7A}" type="pres">
      <dgm:prSet presAssocID="{D929BB73-4477-43E1-A64D-E9B082465E3A}" presName="bgRect" presStyleLbl="bgShp" presStyleIdx="0" presStyleCnt="3"/>
      <dgm:spPr/>
    </dgm:pt>
    <dgm:pt modelId="{00C5C3F7-9DE0-4D42-890D-CB06482D56BF}" type="pres">
      <dgm:prSet presAssocID="{D929BB73-4477-43E1-A64D-E9B082465E3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2E96452-FF24-4715-99FC-3C7E9F885E9A}" type="pres">
      <dgm:prSet presAssocID="{D929BB73-4477-43E1-A64D-E9B082465E3A}" presName="spaceRect" presStyleCnt="0"/>
      <dgm:spPr/>
    </dgm:pt>
    <dgm:pt modelId="{110A9F0F-7A1A-4BD0-86EE-EEB70423F29F}" type="pres">
      <dgm:prSet presAssocID="{D929BB73-4477-43E1-A64D-E9B082465E3A}" presName="parTx" presStyleLbl="revTx" presStyleIdx="0" presStyleCnt="3">
        <dgm:presLayoutVars>
          <dgm:chMax val="0"/>
          <dgm:chPref val="0"/>
        </dgm:presLayoutVars>
      </dgm:prSet>
      <dgm:spPr/>
    </dgm:pt>
    <dgm:pt modelId="{EBCB5965-0553-4AFF-BB66-9B4398218EF1}" type="pres">
      <dgm:prSet presAssocID="{FBCB7C5A-0024-4787-AEBF-0714BD3B4DDD}" presName="sibTrans" presStyleCnt="0"/>
      <dgm:spPr/>
    </dgm:pt>
    <dgm:pt modelId="{9B441A02-D6D7-4C90-82D5-5C2ED98A6F25}" type="pres">
      <dgm:prSet presAssocID="{CAA62EAD-8007-4721-A0F7-ABD9B1353F38}" presName="compNode" presStyleCnt="0"/>
      <dgm:spPr/>
    </dgm:pt>
    <dgm:pt modelId="{1269D4CF-056B-4D55-90B1-69EA2F66AE78}" type="pres">
      <dgm:prSet presAssocID="{CAA62EAD-8007-4721-A0F7-ABD9B1353F38}" presName="bgRect" presStyleLbl="bgShp" presStyleIdx="1" presStyleCnt="3"/>
      <dgm:spPr/>
    </dgm:pt>
    <dgm:pt modelId="{6DF16DF8-1C5D-4E27-805B-BDE393181DDB}" type="pres">
      <dgm:prSet presAssocID="{CAA62EAD-8007-4721-A0F7-ABD9B1353F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1614D49-83D6-43F9-809D-2C1F237459E0}" type="pres">
      <dgm:prSet presAssocID="{CAA62EAD-8007-4721-A0F7-ABD9B1353F38}" presName="spaceRect" presStyleCnt="0"/>
      <dgm:spPr/>
    </dgm:pt>
    <dgm:pt modelId="{98538C42-FC7C-4CD0-88E1-88B5F5E25998}" type="pres">
      <dgm:prSet presAssocID="{CAA62EAD-8007-4721-A0F7-ABD9B1353F38}" presName="parTx" presStyleLbl="revTx" presStyleIdx="1" presStyleCnt="3">
        <dgm:presLayoutVars>
          <dgm:chMax val="0"/>
          <dgm:chPref val="0"/>
        </dgm:presLayoutVars>
      </dgm:prSet>
      <dgm:spPr/>
    </dgm:pt>
    <dgm:pt modelId="{10FF4EF5-9E39-4F51-A976-D284B33F609E}" type="pres">
      <dgm:prSet presAssocID="{17B39FEE-AA7D-484A-BDF5-61EDCF4110A4}" presName="sibTrans" presStyleCnt="0"/>
      <dgm:spPr/>
    </dgm:pt>
    <dgm:pt modelId="{D11DCF43-5234-4A97-93C3-2DA5DB8C6D63}" type="pres">
      <dgm:prSet presAssocID="{029A27F3-1BC4-4DC0-B780-1E90F3C9A4C6}" presName="compNode" presStyleCnt="0"/>
      <dgm:spPr/>
    </dgm:pt>
    <dgm:pt modelId="{224C6EA4-640B-45E6-AA15-20DA2C7F851B}" type="pres">
      <dgm:prSet presAssocID="{029A27F3-1BC4-4DC0-B780-1E90F3C9A4C6}" presName="bgRect" presStyleLbl="bgShp" presStyleIdx="2" presStyleCnt="3"/>
      <dgm:spPr/>
    </dgm:pt>
    <dgm:pt modelId="{40F7E00B-DF2A-4613-94C8-9F879425303D}" type="pres">
      <dgm:prSet presAssocID="{029A27F3-1BC4-4DC0-B780-1E90F3C9A4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F9AF701-CDA0-4199-8FEA-A00AB1644C5D}" type="pres">
      <dgm:prSet presAssocID="{029A27F3-1BC4-4DC0-B780-1E90F3C9A4C6}" presName="spaceRect" presStyleCnt="0"/>
      <dgm:spPr/>
    </dgm:pt>
    <dgm:pt modelId="{14BB2D83-13EB-4888-B387-E86D6EC41ACB}" type="pres">
      <dgm:prSet presAssocID="{029A27F3-1BC4-4DC0-B780-1E90F3C9A4C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9145610-11B8-4F1D-9D61-4E93D1CCC317}" type="presOf" srcId="{029A27F3-1BC4-4DC0-B780-1E90F3C9A4C6}" destId="{14BB2D83-13EB-4888-B387-E86D6EC41ACB}" srcOrd="0" destOrd="0" presId="urn:microsoft.com/office/officeart/2018/2/layout/IconVerticalSolidList"/>
    <dgm:cxn modelId="{FF3CB126-E43A-4424-BB1A-5BE377E5A0D9}" srcId="{634044FD-556C-4C1F-8C3E-D8B03C5CB192}" destId="{D929BB73-4477-43E1-A64D-E9B082465E3A}" srcOrd="0" destOrd="0" parTransId="{0319EFFE-2531-499B-9076-CCE287CC44BD}" sibTransId="{FBCB7C5A-0024-4787-AEBF-0714BD3B4DDD}"/>
    <dgm:cxn modelId="{9985C767-FF06-4629-BC37-4B1D06433EEE}" srcId="{634044FD-556C-4C1F-8C3E-D8B03C5CB192}" destId="{029A27F3-1BC4-4DC0-B780-1E90F3C9A4C6}" srcOrd="2" destOrd="0" parTransId="{0F5E9489-595D-4B4D-B8F8-3AFA6AA9ACC5}" sibTransId="{647AF1AF-941D-4A73-9C7E-9C0018048BE2}"/>
    <dgm:cxn modelId="{43AA6258-4DC0-449F-90B6-F1898F6F3D75}" type="presOf" srcId="{D929BB73-4477-43E1-A64D-E9B082465E3A}" destId="{110A9F0F-7A1A-4BD0-86EE-EEB70423F29F}" srcOrd="0" destOrd="0" presId="urn:microsoft.com/office/officeart/2018/2/layout/IconVerticalSolidList"/>
    <dgm:cxn modelId="{EA4221B3-51F0-40F9-B7EA-BEDAC9162BCC}" type="presOf" srcId="{CAA62EAD-8007-4721-A0F7-ABD9B1353F38}" destId="{98538C42-FC7C-4CD0-88E1-88B5F5E25998}" srcOrd="0" destOrd="0" presId="urn:microsoft.com/office/officeart/2018/2/layout/IconVerticalSolidList"/>
    <dgm:cxn modelId="{640290E4-2F76-4399-8810-0951BB049251}" type="presOf" srcId="{634044FD-556C-4C1F-8C3E-D8B03C5CB192}" destId="{942DB934-398C-4B59-8692-8FCBC51320BD}" srcOrd="0" destOrd="0" presId="urn:microsoft.com/office/officeart/2018/2/layout/IconVerticalSolidList"/>
    <dgm:cxn modelId="{AF8E21F1-AD10-44AB-92DF-2304D1A431C4}" srcId="{634044FD-556C-4C1F-8C3E-D8B03C5CB192}" destId="{CAA62EAD-8007-4721-A0F7-ABD9B1353F38}" srcOrd="1" destOrd="0" parTransId="{32E4B15F-4670-492E-950F-D31CA2E6559E}" sibTransId="{17B39FEE-AA7D-484A-BDF5-61EDCF4110A4}"/>
    <dgm:cxn modelId="{17AFA4DF-2880-4920-A172-1BEBC6F6E524}" type="presParOf" srcId="{942DB934-398C-4B59-8692-8FCBC51320BD}" destId="{DA1EAA4E-89F0-40F4-9153-135384AF27CD}" srcOrd="0" destOrd="0" presId="urn:microsoft.com/office/officeart/2018/2/layout/IconVerticalSolidList"/>
    <dgm:cxn modelId="{A29B14E0-3AD2-4999-AA28-C07B8FE851C4}" type="presParOf" srcId="{DA1EAA4E-89F0-40F4-9153-135384AF27CD}" destId="{6426D77C-635B-4690-8143-23BDA6696C7A}" srcOrd="0" destOrd="0" presId="urn:microsoft.com/office/officeart/2018/2/layout/IconVerticalSolidList"/>
    <dgm:cxn modelId="{7AE4380C-89D1-4862-8975-B47DDCBE7CEB}" type="presParOf" srcId="{DA1EAA4E-89F0-40F4-9153-135384AF27CD}" destId="{00C5C3F7-9DE0-4D42-890D-CB06482D56BF}" srcOrd="1" destOrd="0" presId="urn:microsoft.com/office/officeart/2018/2/layout/IconVerticalSolidList"/>
    <dgm:cxn modelId="{8288FA86-EE1F-4CA0-8AA1-2F28F2A1D7B8}" type="presParOf" srcId="{DA1EAA4E-89F0-40F4-9153-135384AF27CD}" destId="{52E96452-FF24-4715-99FC-3C7E9F885E9A}" srcOrd="2" destOrd="0" presId="urn:microsoft.com/office/officeart/2018/2/layout/IconVerticalSolidList"/>
    <dgm:cxn modelId="{9DA2B171-D978-4C0F-B828-0C8597A73A42}" type="presParOf" srcId="{DA1EAA4E-89F0-40F4-9153-135384AF27CD}" destId="{110A9F0F-7A1A-4BD0-86EE-EEB70423F29F}" srcOrd="3" destOrd="0" presId="urn:microsoft.com/office/officeart/2018/2/layout/IconVerticalSolidList"/>
    <dgm:cxn modelId="{2E60BA2C-EE76-4899-8226-A0DD45187DDF}" type="presParOf" srcId="{942DB934-398C-4B59-8692-8FCBC51320BD}" destId="{EBCB5965-0553-4AFF-BB66-9B4398218EF1}" srcOrd="1" destOrd="0" presId="urn:microsoft.com/office/officeart/2018/2/layout/IconVerticalSolidList"/>
    <dgm:cxn modelId="{6FB3D9EA-A8A5-4A2E-BEC6-D69842452E77}" type="presParOf" srcId="{942DB934-398C-4B59-8692-8FCBC51320BD}" destId="{9B441A02-D6D7-4C90-82D5-5C2ED98A6F25}" srcOrd="2" destOrd="0" presId="urn:microsoft.com/office/officeart/2018/2/layout/IconVerticalSolidList"/>
    <dgm:cxn modelId="{56228D03-FB74-4136-97C5-9A3BF7EE35C9}" type="presParOf" srcId="{9B441A02-D6D7-4C90-82D5-5C2ED98A6F25}" destId="{1269D4CF-056B-4D55-90B1-69EA2F66AE78}" srcOrd="0" destOrd="0" presId="urn:microsoft.com/office/officeart/2018/2/layout/IconVerticalSolidList"/>
    <dgm:cxn modelId="{B2AEE049-200F-40C4-A3BB-220E40A729B5}" type="presParOf" srcId="{9B441A02-D6D7-4C90-82D5-5C2ED98A6F25}" destId="{6DF16DF8-1C5D-4E27-805B-BDE393181DDB}" srcOrd="1" destOrd="0" presId="urn:microsoft.com/office/officeart/2018/2/layout/IconVerticalSolidList"/>
    <dgm:cxn modelId="{FDD1EA75-E11E-4E2E-8B75-6643B5A3DCD5}" type="presParOf" srcId="{9B441A02-D6D7-4C90-82D5-5C2ED98A6F25}" destId="{61614D49-83D6-43F9-809D-2C1F237459E0}" srcOrd="2" destOrd="0" presId="urn:microsoft.com/office/officeart/2018/2/layout/IconVerticalSolidList"/>
    <dgm:cxn modelId="{6F800DAC-09E9-44CC-9352-E9006E0BB23F}" type="presParOf" srcId="{9B441A02-D6D7-4C90-82D5-5C2ED98A6F25}" destId="{98538C42-FC7C-4CD0-88E1-88B5F5E25998}" srcOrd="3" destOrd="0" presId="urn:microsoft.com/office/officeart/2018/2/layout/IconVerticalSolidList"/>
    <dgm:cxn modelId="{EF910C42-92BB-4BCB-92F7-3E9973AAA5B0}" type="presParOf" srcId="{942DB934-398C-4B59-8692-8FCBC51320BD}" destId="{10FF4EF5-9E39-4F51-A976-D284B33F609E}" srcOrd="3" destOrd="0" presId="urn:microsoft.com/office/officeart/2018/2/layout/IconVerticalSolidList"/>
    <dgm:cxn modelId="{A14F7C7B-F46D-4289-AFA0-A53A777E3234}" type="presParOf" srcId="{942DB934-398C-4B59-8692-8FCBC51320BD}" destId="{D11DCF43-5234-4A97-93C3-2DA5DB8C6D63}" srcOrd="4" destOrd="0" presId="urn:microsoft.com/office/officeart/2018/2/layout/IconVerticalSolidList"/>
    <dgm:cxn modelId="{2DE96150-2F78-4AFC-927A-984FA9CB73DE}" type="presParOf" srcId="{D11DCF43-5234-4A97-93C3-2DA5DB8C6D63}" destId="{224C6EA4-640B-45E6-AA15-20DA2C7F851B}" srcOrd="0" destOrd="0" presId="urn:microsoft.com/office/officeart/2018/2/layout/IconVerticalSolidList"/>
    <dgm:cxn modelId="{23A2D083-317D-43D3-936A-172EC7A60FA5}" type="presParOf" srcId="{D11DCF43-5234-4A97-93C3-2DA5DB8C6D63}" destId="{40F7E00B-DF2A-4613-94C8-9F879425303D}" srcOrd="1" destOrd="0" presId="urn:microsoft.com/office/officeart/2018/2/layout/IconVerticalSolidList"/>
    <dgm:cxn modelId="{B5E098FF-A1EA-48C8-BAFD-7F8B8FFC0A1F}" type="presParOf" srcId="{D11DCF43-5234-4A97-93C3-2DA5DB8C6D63}" destId="{2F9AF701-CDA0-4199-8FEA-A00AB1644C5D}" srcOrd="2" destOrd="0" presId="urn:microsoft.com/office/officeart/2018/2/layout/IconVerticalSolidList"/>
    <dgm:cxn modelId="{8F2091AB-F2B8-411D-8F3E-8694B2351BCA}" type="presParOf" srcId="{D11DCF43-5234-4A97-93C3-2DA5DB8C6D63}" destId="{14BB2D83-13EB-4888-B387-E86D6EC41A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37B5A9-17FD-4CCE-AB69-5D18310437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CDB188-B62B-4B60-83DA-44325786DCF2}">
      <dgm:prSet/>
      <dgm:spPr/>
      <dgm:t>
        <a:bodyPr/>
        <a:lstStyle/>
        <a:p>
          <a:r>
            <a:rPr lang="en-US" dirty="0"/>
            <a:t>👨‍💻 Shubham </a:t>
          </a:r>
          <a:r>
            <a:rPr lang="en-US" dirty="0" err="1"/>
            <a:t>pandey</a:t>
          </a:r>
          <a:endParaRPr lang="en-US" dirty="0"/>
        </a:p>
      </dgm:t>
    </dgm:pt>
    <dgm:pt modelId="{6EB0F3B2-4649-4C7A-9602-74ED1B51224E}" type="parTrans" cxnId="{D166B5BE-1CC8-4F27-B07B-E1471AA71537}">
      <dgm:prSet/>
      <dgm:spPr/>
      <dgm:t>
        <a:bodyPr/>
        <a:lstStyle/>
        <a:p>
          <a:endParaRPr lang="en-US"/>
        </a:p>
      </dgm:t>
    </dgm:pt>
    <dgm:pt modelId="{849D4A31-A958-4DB9-9CE4-48C9C4A959BD}" type="sibTrans" cxnId="{D166B5BE-1CC8-4F27-B07B-E1471AA71537}">
      <dgm:prSet/>
      <dgm:spPr/>
      <dgm:t>
        <a:bodyPr/>
        <a:lstStyle/>
        <a:p>
          <a:endParaRPr lang="en-US"/>
        </a:p>
      </dgm:t>
    </dgm:pt>
    <dgm:pt modelId="{C37029C6-C939-4E4C-901A-CF85DA9995BE}">
      <dgm:prSet/>
      <dgm:spPr/>
      <dgm:t>
        <a:bodyPr/>
        <a:lstStyle/>
        <a:p>
          <a:r>
            <a:rPr lang="en-US"/>
            <a:t>Data Science Enthusiast | Full Stack Developer</a:t>
          </a:r>
        </a:p>
      </dgm:t>
    </dgm:pt>
    <dgm:pt modelId="{3B21BB00-C42C-47D9-B0DF-F9FB1FDB21CE}" type="parTrans" cxnId="{943D9F22-F98E-46B6-8F1E-77E351F1F688}">
      <dgm:prSet/>
      <dgm:spPr/>
      <dgm:t>
        <a:bodyPr/>
        <a:lstStyle/>
        <a:p>
          <a:endParaRPr lang="en-US"/>
        </a:p>
      </dgm:t>
    </dgm:pt>
    <dgm:pt modelId="{6295E7F3-B787-4151-A273-2BC3ECEC0AAC}" type="sibTrans" cxnId="{943D9F22-F98E-46B6-8F1E-77E351F1F688}">
      <dgm:prSet/>
      <dgm:spPr/>
      <dgm:t>
        <a:bodyPr/>
        <a:lstStyle/>
        <a:p>
          <a:endParaRPr lang="en-US"/>
        </a:p>
      </dgm:t>
    </dgm:pt>
    <dgm:pt modelId="{116EB866-A422-47B6-B4D5-AA3EBEE485E7}">
      <dgm:prSet/>
      <dgm:spPr/>
      <dgm:t>
        <a:bodyPr/>
        <a:lstStyle/>
        <a:p>
          <a:r>
            <a:rPr lang="en-US"/>
            <a:t>📧 shubh@example.com</a:t>
          </a:r>
        </a:p>
      </dgm:t>
    </dgm:pt>
    <dgm:pt modelId="{A43CC7B9-2C35-4C85-8E6A-69FF575207B3}" type="parTrans" cxnId="{7F207D9F-3623-4A57-9342-275B37810540}">
      <dgm:prSet/>
      <dgm:spPr/>
      <dgm:t>
        <a:bodyPr/>
        <a:lstStyle/>
        <a:p>
          <a:endParaRPr lang="en-US"/>
        </a:p>
      </dgm:t>
    </dgm:pt>
    <dgm:pt modelId="{24BA27E9-1C94-4AF7-A3FC-C483CCCBDFB4}" type="sibTrans" cxnId="{7F207D9F-3623-4A57-9342-275B37810540}">
      <dgm:prSet/>
      <dgm:spPr/>
      <dgm:t>
        <a:bodyPr/>
        <a:lstStyle/>
        <a:p>
          <a:endParaRPr lang="en-US"/>
        </a:p>
      </dgm:t>
    </dgm:pt>
    <dgm:pt modelId="{07A9C68D-97D4-4484-B8CE-BF7520CFC0E1}" type="pres">
      <dgm:prSet presAssocID="{1537B5A9-17FD-4CCE-AB69-5D183104379D}" presName="linear" presStyleCnt="0">
        <dgm:presLayoutVars>
          <dgm:animLvl val="lvl"/>
          <dgm:resizeHandles val="exact"/>
        </dgm:presLayoutVars>
      </dgm:prSet>
      <dgm:spPr/>
    </dgm:pt>
    <dgm:pt modelId="{60F4E561-6296-4F12-B234-B7C59C91F227}" type="pres">
      <dgm:prSet presAssocID="{45CDB188-B62B-4B60-83DA-44325786DC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A3740C3-B832-400A-98F1-531398529782}" type="pres">
      <dgm:prSet presAssocID="{849D4A31-A958-4DB9-9CE4-48C9C4A959BD}" presName="spacer" presStyleCnt="0"/>
      <dgm:spPr/>
    </dgm:pt>
    <dgm:pt modelId="{9EE15FA1-09ED-4693-9EED-77AA9F8D983C}" type="pres">
      <dgm:prSet presAssocID="{C37029C6-C939-4E4C-901A-CF85DA9995B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B69CB30-4017-4CBE-BFF0-B24593C865BA}" type="pres">
      <dgm:prSet presAssocID="{6295E7F3-B787-4151-A273-2BC3ECEC0AAC}" presName="spacer" presStyleCnt="0"/>
      <dgm:spPr/>
    </dgm:pt>
    <dgm:pt modelId="{5433284B-AAFB-4DE4-BFFD-F8DBC3AE4809}" type="pres">
      <dgm:prSet presAssocID="{116EB866-A422-47B6-B4D5-AA3EBEE485E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43D9F22-F98E-46B6-8F1E-77E351F1F688}" srcId="{1537B5A9-17FD-4CCE-AB69-5D183104379D}" destId="{C37029C6-C939-4E4C-901A-CF85DA9995BE}" srcOrd="1" destOrd="0" parTransId="{3B21BB00-C42C-47D9-B0DF-F9FB1FDB21CE}" sibTransId="{6295E7F3-B787-4151-A273-2BC3ECEC0AAC}"/>
    <dgm:cxn modelId="{7019BE74-56F7-454E-B1F0-CA16A59AAF50}" type="presOf" srcId="{116EB866-A422-47B6-B4D5-AA3EBEE485E7}" destId="{5433284B-AAFB-4DE4-BFFD-F8DBC3AE4809}" srcOrd="0" destOrd="0" presId="urn:microsoft.com/office/officeart/2005/8/layout/vList2"/>
    <dgm:cxn modelId="{7F207D9F-3623-4A57-9342-275B37810540}" srcId="{1537B5A9-17FD-4CCE-AB69-5D183104379D}" destId="{116EB866-A422-47B6-B4D5-AA3EBEE485E7}" srcOrd="2" destOrd="0" parTransId="{A43CC7B9-2C35-4C85-8E6A-69FF575207B3}" sibTransId="{24BA27E9-1C94-4AF7-A3FC-C483CCCBDFB4}"/>
    <dgm:cxn modelId="{CC0C56B9-A1E2-48C0-91CB-5C8BF44EAC3E}" type="presOf" srcId="{C37029C6-C939-4E4C-901A-CF85DA9995BE}" destId="{9EE15FA1-09ED-4693-9EED-77AA9F8D983C}" srcOrd="0" destOrd="0" presId="urn:microsoft.com/office/officeart/2005/8/layout/vList2"/>
    <dgm:cxn modelId="{D166B5BE-1CC8-4F27-B07B-E1471AA71537}" srcId="{1537B5A9-17FD-4CCE-AB69-5D183104379D}" destId="{45CDB188-B62B-4B60-83DA-44325786DCF2}" srcOrd="0" destOrd="0" parTransId="{6EB0F3B2-4649-4C7A-9602-74ED1B51224E}" sibTransId="{849D4A31-A958-4DB9-9CE4-48C9C4A959BD}"/>
    <dgm:cxn modelId="{56ED12F6-5287-43D2-8253-7B56E95BDA87}" type="presOf" srcId="{45CDB188-B62B-4B60-83DA-44325786DCF2}" destId="{60F4E561-6296-4F12-B234-B7C59C91F227}" srcOrd="0" destOrd="0" presId="urn:microsoft.com/office/officeart/2005/8/layout/vList2"/>
    <dgm:cxn modelId="{F0A813FD-EE23-4304-8BC7-400B8C6A6B91}" type="presOf" srcId="{1537B5A9-17FD-4CCE-AB69-5D183104379D}" destId="{07A9C68D-97D4-4484-B8CE-BF7520CFC0E1}" srcOrd="0" destOrd="0" presId="urn:microsoft.com/office/officeart/2005/8/layout/vList2"/>
    <dgm:cxn modelId="{9422181D-398C-48BE-9774-0E0E962D5C90}" type="presParOf" srcId="{07A9C68D-97D4-4484-B8CE-BF7520CFC0E1}" destId="{60F4E561-6296-4F12-B234-B7C59C91F227}" srcOrd="0" destOrd="0" presId="urn:microsoft.com/office/officeart/2005/8/layout/vList2"/>
    <dgm:cxn modelId="{58F42D4D-CEDF-426A-B93A-B566CFE9A47E}" type="presParOf" srcId="{07A9C68D-97D4-4484-B8CE-BF7520CFC0E1}" destId="{CA3740C3-B832-400A-98F1-531398529782}" srcOrd="1" destOrd="0" presId="urn:microsoft.com/office/officeart/2005/8/layout/vList2"/>
    <dgm:cxn modelId="{6C3F41A1-BD48-4AE4-A3DC-CCB2DB3A6275}" type="presParOf" srcId="{07A9C68D-97D4-4484-B8CE-BF7520CFC0E1}" destId="{9EE15FA1-09ED-4693-9EED-77AA9F8D983C}" srcOrd="2" destOrd="0" presId="urn:microsoft.com/office/officeart/2005/8/layout/vList2"/>
    <dgm:cxn modelId="{E0D73674-3102-415A-ABC0-26BA50104DEB}" type="presParOf" srcId="{07A9C68D-97D4-4484-B8CE-BF7520CFC0E1}" destId="{BB69CB30-4017-4CBE-BFF0-B24593C865BA}" srcOrd="3" destOrd="0" presId="urn:microsoft.com/office/officeart/2005/8/layout/vList2"/>
    <dgm:cxn modelId="{726B02E0-F813-4EDC-B45E-4981E2698B5D}" type="presParOf" srcId="{07A9C68D-97D4-4484-B8CE-BF7520CFC0E1}" destId="{5433284B-AAFB-4DE4-BFFD-F8DBC3AE480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7EF89-0D6F-4BEF-95D2-1FDB3AD18B21}">
      <dsp:nvSpPr>
        <dsp:cNvPr id="0" name=""/>
        <dsp:cNvSpPr/>
      </dsp:nvSpPr>
      <dsp:spPr>
        <a:xfrm>
          <a:off x="0" y="525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044588-2F4C-449B-AC27-2B5F2734E483}">
      <dsp:nvSpPr>
        <dsp:cNvPr id="0" name=""/>
        <dsp:cNvSpPr/>
      </dsp:nvSpPr>
      <dsp:spPr>
        <a:xfrm>
          <a:off x="0" y="525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⚙️ Backend: FastAPI</a:t>
          </a:r>
        </a:p>
      </dsp:txBody>
      <dsp:txXfrm>
        <a:off x="0" y="525"/>
        <a:ext cx="5036058" cy="860482"/>
      </dsp:txXfrm>
    </dsp:sp>
    <dsp:sp modelId="{76130623-DE7A-4A96-874F-A76E969B77E7}">
      <dsp:nvSpPr>
        <dsp:cNvPr id="0" name=""/>
        <dsp:cNvSpPr/>
      </dsp:nvSpPr>
      <dsp:spPr>
        <a:xfrm>
          <a:off x="0" y="861008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8F5F2C-35D1-4B02-9FE3-CFB09512AE03}">
      <dsp:nvSpPr>
        <dsp:cNvPr id="0" name=""/>
        <dsp:cNvSpPr/>
      </dsp:nvSpPr>
      <dsp:spPr>
        <a:xfrm>
          <a:off x="0" y="861008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💾 Database: MySQL + SQLAlchemy</a:t>
          </a:r>
        </a:p>
      </dsp:txBody>
      <dsp:txXfrm>
        <a:off x="0" y="861008"/>
        <a:ext cx="5036058" cy="860482"/>
      </dsp:txXfrm>
    </dsp:sp>
    <dsp:sp modelId="{09016885-023D-4E3F-9167-1CF6FAAB8CCC}">
      <dsp:nvSpPr>
        <dsp:cNvPr id="0" name=""/>
        <dsp:cNvSpPr/>
      </dsp:nvSpPr>
      <dsp:spPr>
        <a:xfrm>
          <a:off x="0" y="1721491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B23F87-5B4E-4D2F-A1CD-21DE4C04727E}">
      <dsp:nvSpPr>
        <dsp:cNvPr id="0" name=""/>
        <dsp:cNvSpPr/>
      </dsp:nvSpPr>
      <dsp:spPr>
        <a:xfrm>
          <a:off x="0" y="1721491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🎨 Frontend: Streamlit</a:t>
          </a:r>
        </a:p>
      </dsp:txBody>
      <dsp:txXfrm>
        <a:off x="0" y="1721491"/>
        <a:ext cx="5036058" cy="860482"/>
      </dsp:txXfrm>
    </dsp:sp>
    <dsp:sp modelId="{80A565CB-B654-4B0D-888B-EAB6D85CCA8E}">
      <dsp:nvSpPr>
        <dsp:cNvPr id="0" name=""/>
        <dsp:cNvSpPr/>
      </dsp:nvSpPr>
      <dsp:spPr>
        <a:xfrm>
          <a:off x="0" y="2581973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CC1C38-3B97-4C83-BA8C-1BEAB1676575}">
      <dsp:nvSpPr>
        <dsp:cNvPr id="0" name=""/>
        <dsp:cNvSpPr/>
      </dsp:nvSpPr>
      <dsp:spPr>
        <a:xfrm>
          <a:off x="0" y="2581973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🔐 Auth: JWT &amp; OAuth2</a:t>
          </a:r>
        </a:p>
      </dsp:txBody>
      <dsp:txXfrm>
        <a:off x="0" y="2581973"/>
        <a:ext cx="5036058" cy="860482"/>
      </dsp:txXfrm>
    </dsp:sp>
    <dsp:sp modelId="{BDD67CEB-6F7B-41C5-A29F-0DFABEA82C90}">
      <dsp:nvSpPr>
        <dsp:cNvPr id="0" name=""/>
        <dsp:cNvSpPr/>
      </dsp:nvSpPr>
      <dsp:spPr>
        <a:xfrm>
          <a:off x="0" y="3442456"/>
          <a:ext cx="50360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63F221-AC52-4308-A453-EB2182E30C3B}">
      <dsp:nvSpPr>
        <dsp:cNvPr id="0" name=""/>
        <dsp:cNvSpPr/>
      </dsp:nvSpPr>
      <dsp:spPr>
        <a:xfrm>
          <a:off x="0" y="3442456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🧩 Tools: Docker, Git, pytest, Alembic</a:t>
          </a:r>
        </a:p>
      </dsp:txBody>
      <dsp:txXfrm>
        <a:off x="0" y="3442456"/>
        <a:ext cx="5036058" cy="860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1FE12-D8D9-440D-AB57-450F28B6473C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4F9C5-D7C3-4A94-ACF6-24823B1F76EA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60051-0755-43D5-A000-7E0C97778E9F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🔐 JWT Authentication &amp; secure endpoints.</a:t>
          </a:r>
        </a:p>
      </dsp:txBody>
      <dsp:txXfrm>
        <a:off x="869886" y="3535"/>
        <a:ext cx="7359713" cy="753148"/>
      </dsp:txXfrm>
    </dsp:sp>
    <dsp:sp modelId="{D59A5AC4-D18F-4895-97AD-B7BD487A4F44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2DA8F-0270-47FE-8C37-1D8E40D42846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F4C36-D54F-4F6A-90B7-5054F7BA6875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💸 CRUD Operations on expenses.</a:t>
          </a:r>
        </a:p>
      </dsp:txBody>
      <dsp:txXfrm>
        <a:off x="869886" y="944971"/>
        <a:ext cx="7359713" cy="753148"/>
      </dsp:txXfrm>
    </dsp:sp>
    <dsp:sp modelId="{5157894F-E3A1-4BE9-916F-1F8A33CDFCA7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E19D1-8AA8-47A4-8735-2A27CC036F0C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47A5F-A0A1-4356-9470-4C9D9435F827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📊 Interactive analytics dashboard.</a:t>
          </a:r>
        </a:p>
      </dsp:txBody>
      <dsp:txXfrm>
        <a:off x="869886" y="1886407"/>
        <a:ext cx="7359713" cy="753148"/>
      </dsp:txXfrm>
    </dsp:sp>
    <dsp:sp modelId="{5F45923F-06A0-4283-857F-3EEBD29D6512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541BD-93DA-457A-A862-CF3DC633932B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F3977-58C3-411B-93E3-E039A94E6668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📁 Modular code architecture.</a:t>
          </a:r>
        </a:p>
      </dsp:txBody>
      <dsp:txXfrm>
        <a:off x="869886" y="2827842"/>
        <a:ext cx="7359713" cy="753148"/>
      </dsp:txXfrm>
    </dsp:sp>
    <dsp:sp modelId="{5D372045-DF2F-40F1-AA41-7B0B01631306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3B05C-DCBF-455F-A525-C6B87508FF41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D4D82-B378-4F35-AE18-41F12B847687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⚙️ Environment-driven configuration.</a:t>
          </a:r>
        </a:p>
      </dsp:txBody>
      <dsp:txXfrm>
        <a:off x="869886" y="3769278"/>
        <a:ext cx="7359713" cy="7531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7B5F9-E6FF-46A9-B624-1D0B201D6CDB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2D883-F7A4-45F8-815F-01CB440FB243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C970A-CA11-47EC-84CF-494F576EB6BB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🐳 Docker Compose setup for FastAPI + MySQL + Streamlit.</a:t>
          </a:r>
        </a:p>
      </dsp:txBody>
      <dsp:txXfrm>
        <a:off x="1844034" y="682"/>
        <a:ext cx="2839914" cy="1596566"/>
      </dsp:txXfrm>
    </dsp:sp>
    <dsp:sp modelId="{C303D026-5349-4090-9D36-737735349FAB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0711B-4804-48D3-8791-9F1BBEB1491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7B027-C8F0-4B7B-8672-F9CF7CA3A5E0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🧪 pytest for API validation.</a:t>
          </a:r>
        </a:p>
      </dsp:txBody>
      <dsp:txXfrm>
        <a:off x="1844034" y="1996390"/>
        <a:ext cx="2839914" cy="1596566"/>
      </dsp:txXfrm>
    </dsp:sp>
    <dsp:sp modelId="{44751B95-E777-442B-A0FA-5F7C1E565581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7C201-5AEB-4634-9258-6482E87F08DE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8F319-F0FF-440B-978A-9030CBB9E316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✅ Black, flake8, and pre-commit hooks.</a:t>
          </a:r>
        </a:p>
      </dsp:txBody>
      <dsp:txXfrm>
        <a:off x="1844034" y="3992098"/>
        <a:ext cx="2839914" cy="1596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6D77C-635B-4690-8143-23BDA6696C7A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5C3F7-9DE0-4D42-890D-CB06482D56BF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A9F0F-7A1A-4BD0-86EE-EEB70423F29F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📈 AI-driven spending predictions.</a:t>
          </a:r>
        </a:p>
      </dsp:txBody>
      <dsp:txXfrm>
        <a:off x="1844034" y="682"/>
        <a:ext cx="2839914" cy="1596566"/>
      </dsp:txXfrm>
    </dsp:sp>
    <dsp:sp modelId="{1269D4CF-056B-4D55-90B1-69EA2F66AE78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16DF8-1C5D-4E27-805B-BDE393181DDB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38C42-FC7C-4CD0-88E1-88B5F5E25998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📤 PDF/Excel report exports.</a:t>
          </a:r>
        </a:p>
      </dsp:txBody>
      <dsp:txXfrm>
        <a:off x="1844034" y="1996390"/>
        <a:ext cx="2839914" cy="1596566"/>
      </dsp:txXfrm>
    </dsp:sp>
    <dsp:sp modelId="{224C6EA4-640B-45E6-AA15-20DA2C7F851B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7E00B-DF2A-4613-94C8-9F879425303D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B2D83-13EB-4888-B387-E86D6EC41ACB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📱 Mobile-friendly dashboard.</a:t>
          </a:r>
        </a:p>
      </dsp:txBody>
      <dsp:txXfrm>
        <a:off x="1844034" y="3992098"/>
        <a:ext cx="2839914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4E561-6296-4F12-B234-B7C59C91F227}">
      <dsp:nvSpPr>
        <dsp:cNvPr id="0" name=""/>
        <dsp:cNvSpPr/>
      </dsp:nvSpPr>
      <dsp:spPr>
        <a:xfrm>
          <a:off x="0" y="560987"/>
          <a:ext cx="4683949" cy="14238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👨‍💻 Shubham </a:t>
          </a:r>
          <a:r>
            <a:rPr lang="en-US" sz="3400" kern="1200" dirty="0" err="1"/>
            <a:t>pandey</a:t>
          </a:r>
          <a:endParaRPr lang="en-US" sz="3400" kern="1200" dirty="0"/>
        </a:p>
      </dsp:txBody>
      <dsp:txXfrm>
        <a:off x="69506" y="630493"/>
        <a:ext cx="4544937" cy="1284832"/>
      </dsp:txXfrm>
    </dsp:sp>
    <dsp:sp modelId="{9EE15FA1-09ED-4693-9EED-77AA9F8D983C}">
      <dsp:nvSpPr>
        <dsp:cNvPr id="0" name=""/>
        <dsp:cNvSpPr/>
      </dsp:nvSpPr>
      <dsp:spPr>
        <a:xfrm>
          <a:off x="0" y="2082751"/>
          <a:ext cx="4683949" cy="142384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Data Science Enthusiast | Full Stack Developer</a:t>
          </a:r>
        </a:p>
      </dsp:txBody>
      <dsp:txXfrm>
        <a:off x="69506" y="2152257"/>
        <a:ext cx="4544937" cy="1284832"/>
      </dsp:txXfrm>
    </dsp:sp>
    <dsp:sp modelId="{5433284B-AAFB-4DE4-BFFD-F8DBC3AE4809}">
      <dsp:nvSpPr>
        <dsp:cNvPr id="0" name=""/>
        <dsp:cNvSpPr/>
      </dsp:nvSpPr>
      <dsp:spPr>
        <a:xfrm>
          <a:off x="0" y="3604515"/>
          <a:ext cx="4683949" cy="142384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📧 shubh@example.com</a:t>
          </a:r>
        </a:p>
      </dsp:txBody>
      <dsp:txXfrm>
        <a:off x="69506" y="3674021"/>
        <a:ext cx="4544937" cy="1284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5" y="52996"/>
            <a:ext cx="457002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03504" y="3121701"/>
            <a:ext cx="2743539" cy="1786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003366"/>
                </a:solidFill>
              </a:defRPr>
            </a:pPr>
            <a:r>
              <a:rPr lang="en-US" sz="2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💰 ExpenseManager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>
                <a:solidFill>
                  <a:srgbClr val="505050"/>
                </a:solidFill>
              </a:defRPr>
            </a:pPr>
            <a:r>
              <a:rPr lang="en-US" sz="2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Smart Expense Tracking System</a:t>
            </a:r>
          </a:p>
        </p:txBody>
      </p:sp>
      <p:pic>
        <p:nvPicPr>
          <p:cNvPr id="4" name="Picture 3" descr="close up of man finger on stock market charts">
            <a:extLst>
              <a:ext uri="{FF2B5EF4-FFF2-40B4-BE49-F238E27FC236}">
                <a16:creationId xmlns:a16="http://schemas.microsoft.com/office/drawing/2014/main" id="{980F1C96-20AD-DE10-941C-28CD32169E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4784505" y="2010657"/>
            <a:ext cx="3771900" cy="2828921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spcAft>
                <a:spcPts val="800"/>
              </a:spcAft>
              <a:defRPr sz="2000"/>
            </a:pPr>
            <a:r>
              <a:rPr lang="en-US" sz="1700"/>
              <a:t>A modern expense tracking platform built with FastAPI, MySQL, and Streamlit.</a:t>
            </a:r>
          </a:p>
          <a:p>
            <a:pPr>
              <a:spcAft>
                <a:spcPts val="800"/>
              </a:spcAft>
              <a:defRPr sz="2000"/>
            </a:pPr>
            <a:r>
              <a:rPr lang="en-US" sz="1700"/>
              <a:t>Includes authentication, CRUD, analytics, and visualization features.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742CAB71-3E34-AE1C-873E-737B43FED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500"/>
              <a:t>Tech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F25FE-23EC-F232-9C34-5C4C78E96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99" r="20138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CB023E9-9907-A45A-51DD-37DA85B4D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052613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Key Features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E6DC6DE-339E-6EDE-99B3-241CA912AF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3900"/>
              <a:t>Deployment &amp; Testing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EA1080-6AFA-661E-A032-C648789547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05561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3300"/>
              <a:t>Future Enhancements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E70178-CA24-E3AB-3AA2-6E314E6D1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32282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7000"/>
              <a:t>Author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E65C04-CF8B-945C-650E-77A365C9F7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67872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3600" b="1">
                <a:solidFill>
                  <a:srgbClr val="003366"/>
                </a:solidFill>
              </a:defRPr>
            </a:pPr>
            <a:r>
              <a:t>📡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(Streamlit)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r>
              <a:t>(FastAPI)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286000"/>
            <a:ext cx="1828800" cy="914400"/>
          </a:xfrm>
          <a:prstGeom prst="rect">
            <a:avLst/>
          </a:prstGeom>
          <a:solidFill>
            <a:srgbClr val="F1C4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r>
              <a:t>(MySQL)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114800"/>
            <a:ext cx="1828800" cy="914400"/>
          </a:xfrm>
          <a:prstGeom prst="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r>
              <a:t>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F1F98-29A5-FC99-F75C-79E507126A3F}"/>
              </a:ext>
            </a:extLst>
          </p:cNvPr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Flow ER diagram</a:t>
            </a:r>
          </a:p>
        </p:txBody>
      </p:sp>
      <p:pic>
        <p:nvPicPr>
          <p:cNvPr id="4" name="Picture 3" descr="A black background with a white rectangle&#10;&#10;AI-generated content may be incorrect.">
            <a:extLst>
              <a:ext uri="{FF2B5EF4-FFF2-40B4-BE49-F238E27FC236}">
                <a16:creationId xmlns:a16="http://schemas.microsoft.com/office/drawing/2014/main" id="{61CCCBB9-48F3-281F-65A1-9D52FE273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1301703"/>
            <a:ext cx="8495662" cy="269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3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FC6D6-E653-D515-C567-997B12116D7A}"/>
              </a:ext>
            </a:extLst>
          </p:cNvPr>
          <p:cNvSpPr txBox="1"/>
          <p:nvPr/>
        </p:nvSpPr>
        <p:spPr>
          <a:xfrm>
            <a:off x="524785" y="5490971"/>
            <a:ext cx="52215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Expense Manager Architecture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8574DD8-1A6C-4422-95A8-E0E389CD2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526473"/>
            <a:ext cx="8495662" cy="424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0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182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Project Overview</vt:lpstr>
      <vt:lpstr>Tech Stack</vt:lpstr>
      <vt:lpstr>Key Features</vt:lpstr>
      <vt:lpstr>Deployment &amp; Testing</vt:lpstr>
      <vt:lpstr>Future Enhancements</vt:lpstr>
      <vt:lpstr>Author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PANDEY</cp:lastModifiedBy>
  <cp:revision>4</cp:revision>
  <dcterms:created xsi:type="dcterms:W3CDTF">2013-01-27T09:14:16Z</dcterms:created>
  <dcterms:modified xsi:type="dcterms:W3CDTF">2025-11-28T07:59:01Z</dcterms:modified>
  <cp:category/>
</cp:coreProperties>
</file>